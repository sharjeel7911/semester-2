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83" r:id="rId3"/>
    <p:sldId id="257" r:id="rId4"/>
    <p:sldId id="284" r:id="rId5"/>
    <p:sldId id="285" r:id="rId6"/>
    <p:sldId id="259" r:id="rId7"/>
    <p:sldId id="260" r:id="rId8"/>
    <p:sldId id="261" r:id="rId9"/>
    <p:sldId id="262" r:id="rId10"/>
    <p:sldId id="263" r:id="rId11"/>
    <p:sldId id="281" r:id="rId12"/>
    <p:sldId id="266" r:id="rId13"/>
    <p:sldId id="267" r:id="rId14"/>
    <p:sldId id="268" r:id="rId15"/>
    <p:sldId id="269" r:id="rId16"/>
    <p:sldId id="271" r:id="rId17"/>
    <p:sldId id="280" r:id="rId18"/>
    <p:sldId id="272" r:id="rId19"/>
    <p:sldId id="273" r:id="rId20"/>
    <p:sldId id="274" r:id="rId21"/>
    <p:sldId id="275" r:id="rId22"/>
    <p:sldId id="276" r:id="rId23"/>
    <p:sldId id="278" r:id="rId24"/>
    <p:sldId id="279" r:id="rId25"/>
    <p:sldId id="270" r:id="rId26"/>
    <p:sldId id="277" r:id="rId27"/>
    <p:sldId id="286"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D3520"/>
    <a:srgbClr val="A6841E"/>
    <a:srgbClr val="781616"/>
    <a:srgbClr val="6B0D0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F87A7F-020C-1B8E-16B0-DBC91BE6C89D}" v="1520" dt="2025-07-02T21:25:17.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3DD6B3-F956-494F-A267-8C5F3CBE6848}" type="doc">
      <dgm:prSet loTypeId="urn:microsoft.com/office/officeart/2005/8/layout/default" loCatId="list" qsTypeId="urn:microsoft.com/office/officeart/2005/8/quickstyle/3d4" qsCatId="3D" csTypeId="urn:microsoft.com/office/officeart/2005/8/colors/accent0_3" csCatId="mainScheme" phldr="1"/>
      <dgm:spPr/>
      <dgm:t>
        <a:bodyPr/>
        <a:lstStyle/>
        <a:p>
          <a:endParaRPr lang="en-US"/>
        </a:p>
      </dgm:t>
    </dgm:pt>
    <dgm:pt modelId="{A672D3BE-9A54-4A42-9571-09147468C0DD}">
      <dgm:prSet phldrT="[Text]" phldr="0"/>
      <dgm:spPr/>
      <dgm:t>
        <a:bodyPr/>
        <a:lstStyle/>
        <a:p>
          <a:pPr algn="l"/>
          <a:r>
            <a:rPr lang="en-US" dirty="0">
              <a:solidFill>
                <a:srgbClr val="A6841E"/>
              </a:solidFill>
              <a:latin typeface="Aptos Display"/>
            </a:rPr>
            <a:t>Zain</a:t>
          </a:r>
          <a:endParaRPr lang="en-US" dirty="0">
            <a:solidFill>
              <a:srgbClr val="A6841E"/>
            </a:solidFill>
          </a:endParaRPr>
        </a:p>
      </dgm:t>
    </dgm:pt>
    <dgm:pt modelId="{DDFD0712-E712-4BC0-80C2-A6D8A5A7DE4B}" type="parTrans" cxnId="{0688B69C-7685-4D9D-8940-3B3E3DC4FBFF}">
      <dgm:prSet/>
      <dgm:spPr/>
      <dgm:t>
        <a:bodyPr/>
        <a:lstStyle/>
        <a:p>
          <a:endParaRPr lang="en-US"/>
        </a:p>
      </dgm:t>
    </dgm:pt>
    <dgm:pt modelId="{6C414AB1-B16F-49A4-8C91-EE846BF9831D}" type="sibTrans" cxnId="{0688B69C-7685-4D9D-8940-3B3E3DC4FBFF}">
      <dgm:prSet/>
      <dgm:spPr/>
      <dgm:t>
        <a:bodyPr/>
        <a:lstStyle/>
        <a:p>
          <a:endParaRPr lang="en-US"/>
        </a:p>
      </dgm:t>
    </dgm:pt>
    <dgm:pt modelId="{11249945-908E-403E-9A54-12E2EE0D5799}">
      <dgm:prSet phldr="0"/>
      <dgm:spPr/>
      <dgm:t>
        <a:bodyPr/>
        <a:lstStyle/>
        <a:p>
          <a:pPr algn="l" rtl="0"/>
          <a:r>
            <a:rPr lang="en-US" dirty="0">
              <a:solidFill>
                <a:srgbClr val="A6841E"/>
              </a:solidFill>
              <a:latin typeface="Aptos Display"/>
            </a:rPr>
            <a:t>Moiz</a:t>
          </a:r>
        </a:p>
      </dgm:t>
    </dgm:pt>
    <dgm:pt modelId="{3CF96A63-9209-4506-8F84-18981F426942}" type="parTrans" cxnId="{479348CD-71B6-48D7-BAF6-5EA8A277377A}">
      <dgm:prSet/>
      <dgm:spPr/>
    </dgm:pt>
    <dgm:pt modelId="{39944AD1-C55B-48EA-83A3-660210E18922}" type="sibTrans" cxnId="{479348CD-71B6-48D7-BAF6-5EA8A277377A}">
      <dgm:prSet/>
      <dgm:spPr/>
    </dgm:pt>
    <dgm:pt modelId="{D73AAF82-7A58-4A38-9BD1-7C2AF613AEB6}">
      <dgm:prSet phldr="0"/>
      <dgm:spPr/>
      <dgm:t>
        <a:bodyPr/>
        <a:lstStyle/>
        <a:p>
          <a:pPr algn="l"/>
          <a:r>
            <a:rPr lang="en-US" dirty="0">
              <a:solidFill>
                <a:srgbClr val="A6841E"/>
              </a:solidFill>
              <a:latin typeface="Aptos Display"/>
            </a:rPr>
            <a:t>Noman</a:t>
          </a:r>
        </a:p>
      </dgm:t>
    </dgm:pt>
    <dgm:pt modelId="{E8E32AA3-717E-4AD8-9EEC-919A632918E4}" type="parTrans" cxnId="{32DC141C-27AA-4F77-A1A0-DD571FC88584}">
      <dgm:prSet/>
      <dgm:spPr/>
    </dgm:pt>
    <dgm:pt modelId="{82EEF27E-C0F2-46A6-9516-BC582FD36406}" type="sibTrans" cxnId="{32DC141C-27AA-4F77-A1A0-DD571FC88584}">
      <dgm:prSet/>
      <dgm:spPr/>
    </dgm:pt>
    <dgm:pt modelId="{39564FE0-B5DB-4E9F-8E4C-958E9E8D668D}">
      <dgm:prSet phldr="0"/>
      <dgm:spPr/>
      <dgm:t>
        <a:bodyPr/>
        <a:lstStyle/>
        <a:p>
          <a:pPr algn="l"/>
          <a:r>
            <a:rPr lang="en-US" dirty="0">
              <a:solidFill>
                <a:srgbClr val="A6841E"/>
              </a:solidFill>
              <a:latin typeface="Aptos Display"/>
            </a:rPr>
            <a:t>Sharjeel</a:t>
          </a:r>
        </a:p>
      </dgm:t>
    </dgm:pt>
    <dgm:pt modelId="{ADAAD24B-CA39-4EB1-B8DF-CE7D81FF7D8B}" type="parTrans" cxnId="{DE4D65F2-106B-4CBA-843D-3BCE814B0F57}">
      <dgm:prSet/>
      <dgm:spPr/>
    </dgm:pt>
    <dgm:pt modelId="{FDECA37E-EA12-40A5-8C92-CA58ACFDDE40}" type="sibTrans" cxnId="{DE4D65F2-106B-4CBA-843D-3BCE814B0F57}">
      <dgm:prSet/>
      <dgm:spPr/>
    </dgm:pt>
    <dgm:pt modelId="{A8CD2F9D-39ED-4C94-824E-9CFC1156D625}" type="pres">
      <dgm:prSet presAssocID="{763DD6B3-F956-494F-A267-8C5F3CBE6848}" presName="diagram" presStyleCnt="0">
        <dgm:presLayoutVars>
          <dgm:dir/>
          <dgm:resizeHandles val="exact"/>
        </dgm:presLayoutVars>
      </dgm:prSet>
      <dgm:spPr/>
    </dgm:pt>
    <dgm:pt modelId="{0531D007-C442-4971-90EC-109D9B341618}" type="pres">
      <dgm:prSet presAssocID="{11249945-908E-403E-9A54-12E2EE0D5799}" presName="node" presStyleLbl="node1" presStyleIdx="0" presStyleCnt="4">
        <dgm:presLayoutVars>
          <dgm:bulletEnabled val="1"/>
        </dgm:presLayoutVars>
      </dgm:prSet>
      <dgm:spPr/>
    </dgm:pt>
    <dgm:pt modelId="{1DB255DF-D547-4DBD-BD89-6FF6A6BF6793}" type="pres">
      <dgm:prSet presAssocID="{39944AD1-C55B-48EA-83A3-660210E18922}" presName="sibTrans" presStyleCnt="0"/>
      <dgm:spPr/>
    </dgm:pt>
    <dgm:pt modelId="{0F55FB29-7B32-4E8A-A1BE-E25A86CD43B6}" type="pres">
      <dgm:prSet presAssocID="{D73AAF82-7A58-4A38-9BD1-7C2AF613AEB6}" presName="node" presStyleLbl="node1" presStyleIdx="1" presStyleCnt="4">
        <dgm:presLayoutVars>
          <dgm:bulletEnabled val="1"/>
        </dgm:presLayoutVars>
      </dgm:prSet>
      <dgm:spPr/>
    </dgm:pt>
    <dgm:pt modelId="{B00D3DC1-6912-40E5-9070-EBACDD4053D6}" type="pres">
      <dgm:prSet presAssocID="{82EEF27E-C0F2-46A6-9516-BC582FD36406}" presName="sibTrans" presStyleCnt="0"/>
      <dgm:spPr/>
    </dgm:pt>
    <dgm:pt modelId="{F0B07396-0D30-43A4-B2A4-323BA796A2BE}" type="pres">
      <dgm:prSet presAssocID="{39564FE0-B5DB-4E9F-8E4C-958E9E8D668D}" presName="node" presStyleLbl="node1" presStyleIdx="2" presStyleCnt="4">
        <dgm:presLayoutVars>
          <dgm:bulletEnabled val="1"/>
        </dgm:presLayoutVars>
      </dgm:prSet>
      <dgm:spPr/>
    </dgm:pt>
    <dgm:pt modelId="{E49492E7-96C1-4D91-9708-3EF09987272C}" type="pres">
      <dgm:prSet presAssocID="{FDECA37E-EA12-40A5-8C92-CA58ACFDDE40}" presName="sibTrans" presStyleCnt="0"/>
      <dgm:spPr/>
    </dgm:pt>
    <dgm:pt modelId="{B6CE7E2B-2D5D-461E-832F-3451C8025D03}" type="pres">
      <dgm:prSet presAssocID="{A672D3BE-9A54-4A42-9571-09147468C0DD}" presName="node" presStyleLbl="node1" presStyleIdx="3" presStyleCnt="4">
        <dgm:presLayoutVars>
          <dgm:bulletEnabled val="1"/>
        </dgm:presLayoutVars>
      </dgm:prSet>
      <dgm:spPr/>
    </dgm:pt>
  </dgm:ptLst>
  <dgm:cxnLst>
    <dgm:cxn modelId="{32DC141C-27AA-4F77-A1A0-DD571FC88584}" srcId="{763DD6B3-F956-494F-A267-8C5F3CBE6848}" destId="{D73AAF82-7A58-4A38-9BD1-7C2AF613AEB6}" srcOrd="1" destOrd="0" parTransId="{E8E32AA3-717E-4AD8-9EEC-919A632918E4}" sibTransId="{82EEF27E-C0F2-46A6-9516-BC582FD36406}"/>
    <dgm:cxn modelId="{53274C2E-86E3-48A5-87E4-CFB843FF5517}" type="presOf" srcId="{A672D3BE-9A54-4A42-9571-09147468C0DD}" destId="{B6CE7E2B-2D5D-461E-832F-3451C8025D03}" srcOrd="0" destOrd="0" presId="urn:microsoft.com/office/officeart/2005/8/layout/default"/>
    <dgm:cxn modelId="{FFC40C48-0ECD-4387-83EF-1B22B50293A6}" type="presOf" srcId="{39564FE0-B5DB-4E9F-8E4C-958E9E8D668D}" destId="{F0B07396-0D30-43A4-B2A4-323BA796A2BE}" srcOrd="0" destOrd="0" presId="urn:microsoft.com/office/officeart/2005/8/layout/default"/>
    <dgm:cxn modelId="{0688B69C-7685-4D9D-8940-3B3E3DC4FBFF}" srcId="{763DD6B3-F956-494F-A267-8C5F3CBE6848}" destId="{A672D3BE-9A54-4A42-9571-09147468C0DD}" srcOrd="3" destOrd="0" parTransId="{DDFD0712-E712-4BC0-80C2-A6D8A5A7DE4B}" sibTransId="{6C414AB1-B16F-49A4-8C91-EE846BF9831D}"/>
    <dgm:cxn modelId="{B63B35BB-7A42-4FEC-999F-DD8E664A99CA}" type="presOf" srcId="{763DD6B3-F956-494F-A267-8C5F3CBE6848}" destId="{A8CD2F9D-39ED-4C94-824E-9CFC1156D625}" srcOrd="0" destOrd="0" presId="urn:microsoft.com/office/officeart/2005/8/layout/default"/>
    <dgm:cxn modelId="{290D1DBF-7B08-47A0-A1F6-EF82F7C60AC1}" type="presOf" srcId="{D73AAF82-7A58-4A38-9BD1-7C2AF613AEB6}" destId="{0F55FB29-7B32-4E8A-A1BE-E25A86CD43B6}" srcOrd="0" destOrd="0" presId="urn:microsoft.com/office/officeart/2005/8/layout/default"/>
    <dgm:cxn modelId="{479348CD-71B6-48D7-BAF6-5EA8A277377A}" srcId="{763DD6B3-F956-494F-A267-8C5F3CBE6848}" destId="{11249945-908E-403E-9A54-12E2EE0D5799}" srcOrd="0" destOrd="0" parTransId="{3CF96A63-9209-4506-8F84-18981F426942}" sibTransId="{39944AD1-C55B-48EA-83A3-660210E18922}"/>
    <dgm:cxn modelId="{EE419ECE-79AD-467F-A7B6-AFE8F1B7BD71}" type="presOf" srcId="{11249945-908E-403E-9A54-12E2EE0D5799}" destId="{0531D007-C442-4971-90EC-109D9B341618}" srcOrd="0" destOrd="0" presId="urn:microsoft.com/office/officeart/2005/8/layout/default"/>
    <dgm:cxn modelId="{DE4D65F2-106B-4CBA-843D-3BCE814B0F57}" srcId="{763DD6B3-F956-494F-A267-8C5F3CBE6848}" destId="{39564FE0-B5DB-4E9F-8E4C-958E9E8D668D}" srcOrd="2" destOrd="0" parTransId="{ADAAD24B-CA39-4EB1-B8DF-CE7D81FF7D8B}" sibTransId="{FDECA37E-EA12-40A5-8C92-CA58ACFDDE40}"/>
    <dgm:cxn modelId="{2A265D88-D068-4B5D-8FAF-D3B95215A2DA}" type="presParOf" srcId="{A8CD2F9D-39ED-4C94-824E-9CFC1156D625}" destId="{0531D007-C442-4971-90EC-109D9B341618}" srcOrd="0" destOrd="0" presId="urn:microsoft.com/office/officeart/2005/8/layout/default"/>
    <dgm:cxn modelId="{80D57D3A-4554-4671-88C2-F5972476FA8B}" type="presParOf" srcId="{A8CD2F9D-39ED-4C94-824E-9CFC1156D625}" destId="{1DB255DF-D547-4DBD-BD89-6FF6A6BF6793}" srcOrd="1" destOrd="0" presId="urn:microsoft.com/office/officeart/2005/8/layout/default"/>
    <dgm:cxn modelId="{03BC61FC-3A60-4AE6-A86C-9AE5D311FDE1}" type="presParOf" srcId="{A8CD2F9D-39ED-4C94-824E-9CFC1156D625}" destId="{0F55FB29-7B32-4E8A-A1BE-E25A86CD43B6}" srcOrd="2" destOrd="0" presId="urn:microsoft.com/office/officeart/2005/8/layout/default"/>
    <dgm:cxn modelId="{CB219EAD-4C77-4066-8749-3DDFF2252025}" type="presParOf" srcId="{A8CD2F9D-39ED-4C94-824E-9CFC1156D625}" destId="{B00D3DC1-6912-40E5-9070-EBACDD4053D6}" srcOrd="3" destOrd="0" presId="urn:microsoft.com/office/officeart/2005/8/layout/default"/>
    <dgm:cxn modelId="{A0F7AAA9-D84E-4BF5-99A6-44B1718ED373}" type="presParOf" srcId="{A8CD2F9D-39ED-4C94-824E-9CFC1156D625}" destId="{F0B07396-0D30-43A4-B2A4-323BA796A2BE}" srcOrd="4" destOrd="0" presId="urn:microsoft.com/office/officeart/2005/8/layout/default"/>
    <dgm:cxn modelId="{4799AB5F-12E9-4CFA-92BD-626FB05244ED}" type="presParOf" srcId="{A8CD2F9D-39ED-4C94-824E-9CFC1156D625}" destId="{E49492E7-96C1-4D91-9708-3EF09987272C}" srcOrd="5" destOrd="0" presId="urn:microsoft.com/office/officeart/2005/8/layout/default"/>
    <dgm:cxn modelId="{8673F17E-C35E-4F60-B91F-16DED7144F45}" type="presParOf" srcId="{A8CD2F9D-39ED-4C94-824E-9CFC1156D625}" destId="{B6CE7E2B-2D5D-461E-832F-3451C8025D03}"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9A8C94-386C-4247-BD7B-CC70B6276340}" type="doc">
      <dgm:prSet loTypeId="urn:microsoft.com/office/officeart/2005/8/layout/cycle1" loCatId="cycle" qsTypeId="urn:microsoft.com/office/officeart/2005/8/quickstyle/simple1" qsCatId="simple" csTypeId="urn:microsoft.com/office/officeart/2005/8/colors/accent1_2" csCatId="accent1" phldr="0"/>
      <dgm:spPr/>
      <dgm:t>
        <a:bodyPr/>
        <a:lstStyle/>
        <a:p>
          <a:endParaRPr lang="en-US"/>
        </a:p>
      </dgm:t>
    </dgm:pt>
    <dgm:pt modelId="{F1663FC5-2F71-49D9-BE2B-00C67FC28997}">
      <dgm:prSet phldrT="[Text]" phldr="1"/>
      <dgm:spPr/>
      <dgm:t>
        <a:bodyPr/>
        <a:lstStyle/>
        <a:p>
          <a:endParaRPr lang="en-US"/>
        </a:p>
      </dgm:t>
    </dgm:pt>
    <dgm:pt modelId="{4340D604-E5EB-4809-B48F-CC926C0D45F4}" type="parTrans" cxnId="{D6EADCB9-CDA2-4338-A9BA-60A888A8813C}">
      <dgm:prSet/>
      <dgm:spPr/>
      <dgm:t>
        <a:bodyPr/>
        <a:lstStyle/>
        <a:p>
          <a:endParaRPr lang="en-US"/>
        </a:p>
      </dgm:t>
    </dgm:pt>
    <dgm:pt modelId="{06CFB9DF-F2C4-48CE-817E-668E2CFEA648}" type="sibTrans" cxnId="{D6EADCB9-CDA2-4338-A9BA-60A888A8813C}">
      <dgm:prSet/>
      <dgm:spPr/>
      <dgm:t>
        <a:bodyPr/>
        <a:lstStyle/>
        <a:p>
          <a:endParaRPr lang="en-US"/>
        </a:p>
      </dgm:t>
    </dgm:pt>
    <dgm:pt modelId="{20C607D9-E830-4F7F-A70F-D6E1F1F17902}">
      <dgm:prSet phldrT="[Text]" phldr="1"/>
      <dgm:spPr/>
      <dgm:t>
        <a:bodyPr/>
        <a:lstStyle/>
        <a:p>
          <a:endParaRPr lang="en-US"/>
        </a:p>
      </dgm:t>
    </dgm:pt>
    <dgm:pt modelId="{7B716BD3-8815-48AB-A066-2784A10C3798}" type="parTrans" cxnId="{6CFB0267-17FA-4573-A786-5B97AEB0C829}">
      <dgm:prSet/>
      <dgm:spPr/>
      <dgm:t>
        <a:bodyPr/>
        <a:lstStyle/>
        <a:p>
          <a:endParaRPr lang="en-US"/>
        </a:p>
      </dgm:t>
    </dgm:pt>
    <dgm:pt modelId="{C7DB3949-D95F-4C18-A4CC-99F249531FA7}" type="sibTrans" cxnId="{6CFB0267-17FA-4573-A786-5B97AEB0C829}">
      <dgm:prSet/>
      <dgm:spPr/>
      <dgm:t>
        <a:bodyPr/>
        <a:lstStyle/>
        <a:p>
          <a:endParaRPr lang="en-US"/>
        </a:p>
      </dgm:t>
    </dgm:pt>
    <dgm:pt modelId="{7825B6E3-F356-4EC6-9F34-220615282EA4}">
      <dgm:prSet phldrT="[Text]" phldr="1"/>
      <dgm:spPr/>
      <dgm:t>
        <a:bodyPr/>
        <a:lstStyle/>
        <a:p>
          <a:endParaRPr lang="en-US"/>
        </a:p>
      </dgm:t>
    </dgm:pt>
    <dgm:pt modelId="{611AC5A8-AC0B-4DF2-970F-536587951601}" type="parTrans" cxnId="{FF0EAFE9-98C7-4AF0-8833-51F7933E47D3}">
      <dgm:prSet/>
      <dgm:spPr/>
      <dgm:t>
        <a:bodyPr/>
        <a:lstStyle/>
        <a:p>
          <a:endParaRPr lang="en-US"/>
        </a:p>
      </dgm:t>
    </dgm:pt>
    <dgm:pt modelId="{4A7C446E-DD26-4456-8A2D-7F4097FE6F5F}" type="sibTrans" cxnId="{FF0EAFE9-98C7-4AF0-8833-51F7933E47D3}">
      <dgm:prSet/>
      <dgm:spPr/>
      <dgm:t>
        <a:bodyPr/>
        <a:lstStyle/>
        <a:p>
          <a:endParaRPr lang="en-US"/>
        </a:p>
      </dgm:t>
    </dgm:pt>
    <dgm:pt modelId="{1646998A-6F6B-4B06-A681-3C6AE0A17CB7}">
      <dgm:prSet phldrT="[Text]" phldr="1"/>
      <dgm:spPr/>
      <dgm:t>
        <a:bodyPr/>
        <a:lstStyle/>
        <a:p>
          <a:endParaRPr lang="en-US"/>
        </a:p>
      </dgm:t>
    </dgm:pt>
    <dgm:pt modelId="{B3B9F1BF-7CBD-4060-9255-A2B6C92A8394}" type="parTrans" cxnId="{A9BBC149-7D0B-47BE-A51D-E9774E107678}">
      <dgm:prSet/>
      <dgm:spPr/>
      <dgm:t>
        <a:bodyPr/>
        <a:lstStyle/>
        <a:p>
          <a:endParaRPr lang="en-US"/>
        </a:p>
      </dgm:t>
    </dgm:pt>
    <dgm:pt modelId="{6832B37F-BDE4-4B9B-AD30-1CA3A98E0E5D}" type="sibTrans" cxnId="{A9BBC149-7D0B-47BE-A51D-E9774E107678}">
      <dgm:prSet/>
      <dgm:spPr/>
      <dgm:t>
        <a:bodyPr/>
        <a:lstStyle/>
        <a:p>
          <a:endParaRPr lang="en-US"/>
        </a:p>
      </dgm:t>
    </dgm:pt>
    <dgm:pt modelId="{0FD5B479-540D-4BA1-9282-AD1156BEE67D}">
      <dgm:prSet phldrT="[Text]" phldr="1"/>
      <dgm:spPr/>
      <dgm:t>
        <a:bodyPr/>
        <a:lstStyle/>
        <a:p>
          <a:endParaRPr lang="en-US"/>
        </a:p>
      </dgm:t>
    </dgm:pt>
    <dgm:pt modelId="{4C0818FC-ED2A-4792-8D38-80E6D3069298}" type="parTrans" cxnId="{422C4CBB-F140-46F2-81DB-C53DD54E88E3}">
      <dgm:prSet/>
      <dgm:spPr/>
      <dgm:t>
        <a:bodyPr/>
        <a:lstStyle/>
        <a:p>
          <a:endParaRPr lang="en-US"/>
        </a:p>
      </dgm:t>
    </dgm:pt>
    <dgm:pt modelId="{671F91F5-153A-4F0E-91AA-6AE65BF38115}" type="sibTrans" cxnId="{422C4CBB-F140-46F2-81DB-C53DD54E88E3}">
      <dgm:prSet/>
      <dgm:spPr/>
      <dgm:t>
        <a:bodyPr/>
        <a:lstStyle/>
        <a:p>
          <a:endParaRPr lang="en-US"/>
        </a:p>
      </dgm:t>
    </dgm:pt>
    <dgm:pt modelId="{4E403947-CA16-4C0F-9564-A94FA31B470D}" type="pres">
      <dgm:prSet presAssocID="{FA9A8C94-386C-4247-BD7B-CC70B6276340}" presName="cycle" presStyleCnt="0">
        <dgm:presLayoutVars>
          <dgm:dir/>
          <dgm:resizeHandles val="exact"/>
        </dgm:presLayoutVars>
      </dgm:prSet>
      <dgm:spPr/>
    </dgm:pt>
    <dgm:pt modelId="{3974463B-10C4-4A2D-A0A2-32D144AEE839}" type="pres">
      <dgm:prSet presAssocID="{F1663FC5-2F71-49D9-BE2B-00C67FC28997}" presName="dummy" presStyleCnt="0"/>
      <dgm:spPr/>
    </dgm:pt>
    <dgm:pt modelId="{F2DA6D76-D3C6-4F86-88A9-BD7DFCCEF72C}" type="pres">
      <dgm:prSet presAssocID="{F1663FC5-2F71-49D9-BE2B-00C67FC28997}" presName="node" presStyleLbl="revTx" presStyleIdx="0" presStyleCnt="5">
        <dgm:presLayoutVars>
          <dgm:bulletEnabled val="1"/>
        </dgm:presLayoutVars>
      </dgm:prSet>
      <dgm:spPr/>
    </dgm:pt>
    <dgm:pt modelId="{6AE5DCDA-CC14-4616-A89A-B67E47743A0A}" type="pres">
      <dgm:prSet presAssocID="{06CFB9DF-F2C4-48CE-817E-668E2CFEA648}" presName="sibTrans" presStyleLbl="node1" presStyleIdx="0" presStyleCnt="5"/>
      <dgm:spPr/>
    </dgm:pt>
    <dgm:pt modelId="{B5707EE7-4582-4C54-A871-C96F14ECAB1D}" type="pres">
      <dgm:prSet presAssocID="{20C607D9-E830-4F7F-A70F-D6E1F1F17902}" presName="dummy" presStyleCnt="0"/>
      <dgm:spPr/>
    </dgm:pt>
    <dgm:pt modelId="{BDE824B5-D43D-4ABE-8FB2-24D4EA125A58}" type="pres">
      <dgm:prSet presAssocID="{20C607D9-E830-4F7F-A70F-D6E1F1F17902}" presName="node" presStyleLbl="revTx" presStyleIdx="1" presStyleCnt="5">
        <dgm:presLayoutVars>
          <dgm:bulletEnabled val="1"/>
        </dgm:presLayoutVars>
      </dgm:prSet>
      <dgm:spPr/>
    </dgm:pt>
    <dgm:pt modelId="{987EB7C7-1B58-4C8C-AFC0-EA2EF6688E91}" type="pres">
      <dgm:prSet presAssocID="{C7DB3949-D95F-4C18-A4CC-99F249531FA7}" presName="sibTrans" presStyleLbl="node1" presStyleIdx="1" presStyleCnt="5"/>
      <dgm:spPr/>
    </dgm:pt>
    <dgm:pt modelId="{8988BF95-5BEB-4049-9981-1B0B4ECE62E5}" type="pres">
      <dgm:prSet presAssocID="{7825B6E3-F356-4EC6-9F34-220615282EA4}" presName="dummy" presStyleCnt="0"/>
      <dgm:spPr/>
    </dgm:pt>
    <dgm:pt modelId="{7B4EFE5B-A27A-41D5-90A6-AC63165DC1DD}" type="pres">
      <dgm:prSet presAssocID="{7825B6E3-F356-4EC6-9F34-220615282EA4}" presName="node" presStyleLbl="revTx" presStyleIdx="2" presStyleCnt="5">
        <dgm:presLayoutVars>
          <dgm:bulletEnabled val="1"/>
        </dgm:presLayoutVars>
      </dgm:prSet>
      <dgm:spPr/>
    </dgm:pt>
    <dgm:pt modelId="{77F350F6-3113-40E0-95EE-B5156A5F833E}" type="pres">
      <dgm:prSet presAssocID="{4A7C446E-DD26-4456-8A2D-7F4097FE6F5F}" presName="sibTrans" presStyleLbl="node1" presStyleIdx="2" presStyleCnt="5"/>
      <dgm:spPr/>
    </dgm:pt>
    <dgm:pt modelId="{5CFAAC42-8204-4B7E-A820-633DE3B75DA6}" type="pres">
      <dgm:prSet presAssocID="{1646998A-6F6B-4B06-A681-3C6AE0A17CB7}" presName="dummy" presStyleCnt="0"/>
      <dgm:spPr/>
    </dgm:pt>
    <dgm:pt modelId="{519ADCC7-3BB3-4081-9923-64C2D47F238F}" type="pres">
      <dgm:prSet presAssocID="{1646998A-6F6B-4B06-A681-3C6AE0A17CB7}" presName="node" presStyleLbl="revTx" presStyleIdx="3" presStyleCnt="5">
        <dgm:presLayoutVars>
          <dgm:bulletEnabled val="1"/>
        </dgm:presLayoutVars>
      </dgm:prSet>
      <dgm:spPr/>
    </dgm:pt>
    <dgm:pt modelId="{F62D8E9D-E866-4264-B98F-8A5BA25C5612}" type="pres">
      <dgm:prSet presAssocID="{6832B37F-BDE4-4B9B-AD30-1CA3A98E0E5D}" presName="sibTrans" presStyleLbl="node1" presStyleIdx="3" presStyleCnt="5"/>
      <dgm:spPr/>
    </dgm:pt>
    <dgm:pt modelId="{893FDD62-8E5E-42A2-80CC-6E79AEA785EF}" type="pres">
      <dgm:prSet presAssocID="{0FD5B479-540D-4BA1-9282-AD1156BEE67D}" presName="dummy" presStyleCnt="0"/>
      <dgm:spPr/>
    </dgm:pt>
    <dgm:pt modelId="{A53AC139-6C59-4269-974D-130670344C6B}" type="pres">
      <dgm:prSet presAssocID="{0FD5B479-540D-4BA1-9282-AD1156BEE67D}" presName="node" presStyleLbl="revTx" presStyleIdx="4" presStyleCnt="5">
        <dgm:presLayoutVars>
          <dgm:bulletEnabled val="1"/>
        </dgm:presLayoutVars>
      </dgm:prSet>
      <dgm:spPr/>
    </dgm:pt>
    <dgm:pt modelId="{557344BC-7866-45AD-BEBD-CDA106BE846A}" type="pres">
      <dgm:prSet presAssocID="{671F91F5-153A-4F0E-91AA-6AE65BF38115}" presName="sibTrans" presStyleLbl="node1" presStyleIdx="4" presStyleCnt="5"/>
      <dgm:spPr/>
    </dgm:pt>
  </dgm:ptLst>
  <dgm:cxnLst>
    <dgm:cxn modelId="{5DD0182D-8909-44CC-B271-188270222CEE}" type="presOf" srcId="{6832B37F-BDE4-4B9B-AD30-1CA3A98E0E5D}" destId="{F62D8E9D-E866-4264-B98F-8A5BA25C5612}" srcOrd="0" destOrd="0" presId="urn:microsoft.com/office/officeart/2005/8/layout/cycle1"/>
    <dgm:cxn modelId="{2232BE3D-93D1-4A20-AA18-887DCA92C790}" type="presOf" srcId="{20C607D9-E830-4F7F-A70F-D6E1F1F17902}" destId="{BDE824B5-D43D-4ABE-8FB2-24D4EA125A58}" srcOrd="0" destOrd="0" presId="urn:microsoft.com/office/officeart/2005/8/layout/cycle1"/>
    <dgm:cxn modelId="{BE6B383F-B91F-44BB-B301-B03807628D51}" type="presOf" srcId="{0FD5B479-540D-4BA1-9282-AD1156BEE67D}" destId="{A53AC139-6C59-4269-974D-130670344C6B}" srcOrd="0" destOrd="0" presId="urn:microsoft.com/office/officeart/2005/8/layout/cycle1"/>
    <dgm:cxn modelId="{4ECCED5F-0546-4C05-B77A-AE6034E91577}" type="presOf" srcId="{06CFB9DF-F2C4-48CE-817E-668E2CFEA648}" destId="{6AE5DCDA-CC14-4616-A89A-B67E47743A0A}" srcOrd="0" destOrd="0" presId="urn:microsoft.com/office/officeart/2005/8/layout/cycle1"/>
    <dgm:cxn modelId="{7B8DE466-CAF7-4D97-A088-3A2EDD9542FE}" type="presOf" srcId="{7825B6E3-F356-4EC6-9F34-220615282EA4}" destId="{7B4EFE5B-A27A-41D5-90A6-AC63165DC1DD}" srcOrd="0" destOrd="0" presId="urn:microsoft.com/office/officeart/2005/8/layout/cycle1"/>
    <dgm:cxn modelId="{6CFB0267-17FA-4573-A786-5B97AEB0C829}" srcId="{FA9A8C94-386C-4247-BD7B-CC70B6276340}" destId="{20C607D9-E830-4F7F-A70F-D6E1F1F17902}" srcOrd="1" destOrd="0" parTransId="{7B716BD3-8815-48AB-A066-2784A10C3798}" sibTransId="{C7DB3949-D95F-4C18-A4CC-99F249531FA7}"/>
    <dgm:cxn modelId="{63E06648-3B0A-4CD3-BD87-8A6E145BA63A}" type="presOf" srcId="{4A7C446E-DD26-4456-8A2D-7F4097FE6F5F}" destId="{77F350F6-3113-40E0-95EE-B5156A5F833E}" srcOrd="0" destOrd="0" presId="urn:microsoft.com/office/officeart/2005/8/layout/cycle1"/>
    <dgm:cxn modelId="{A9BBC149-7D0B-47BE-A51D-E9774E107678}" srcId="{FA9A8C94-386C-4247-BD7B-CC70B6276340}" destId="{1646998A-6F6B-4B06-A681-3C6AE0A17CB7}" srcOrd="3" destOrd="0" parTransId="{B3B9F1BF-7CBD-4060-9255-A2B6C92A8394}" sibTransId="{6832B37F-BDE4-4B9B-AD30-1CA3A98E0E5D}"/>
    <dgm:cxn modelId="{6AAFCD88-E840-424C-9DDF-D20B06B7D3DC}" type="presOf" srcId="{1646998A-6F6B-4B06-A681-3C6AE0A17CB7}" destId="{519ADCC7-3BB3-4081-9923-64C2D47F238F}" srcOrd="0" destOrd="0" presId="urn:microsoft.com/office/officeart/2005/8/layout/cycle1"/>
    <dgm:cxn modelId="{2412E988-6605-4B5D-B49E-47FD520CFC98}" type="presOf" srcId="{671F91F5-153A-4F0E-91AA-6AE65BF38115}" destId="{557344BC-7866-45AD-BEBD-CDA106BE846A}" srcOrd="0" destOrd="0" presId="urn:microsoft.com/office/officeart/2005/8/layout/cycle1"/>
    <dgm:cxn modelId="{A76FA5A8-4A13-4270-8BA0-69919659BF02}" type="presOf" srcId="{FA9A8C94-386C-4247-BD7B-CC70B6276340}" destId="{4E403947-CA16-4C0F-9564-A94FA31B470D}" srcOrd="0" destOrd="0" presId="urn:microsoft.com/office/officeart/2005/8/layout/cycle1"/>
    <dgm:cxn modelId="{D6EADCB9-CDA2-4338-A9BA-60A888A8813C}" srcId="{FA9A8C94-386C-4247-BD7B-CC70B6276340}" destId="{F1663FC5-2F71-49D9-BE2B-00C67FC28997}" srcOrd="0" destOrd="0" parTransId="{4340D604-E5EB-4809-B48F-CC926C0D45F4}" sibTransId="{06CFB9DF-F2C4-48CE-817E-668E2CFEA648}"/>
    <dgm:cxn modelId="{422C4CBB-F140-46F2-81DB-C53DD54E88E3}" srcId="{FA9A8C94-386C-4247-BD7B-CC70B6276340}" destId="{0FD5B479-540D-4BA1-9282-AD1156BEE67D}" srcOrd="4" destOrd="0" parTransId="{4C0818FC-ED2A-4792-8D38-80E6D3069298}" sibTransId="{671F91F5-153A-4F0E-91AA-6AE65BF38115}"/>
    <dgm:cxn modelId="{8F9CFFD0-2A4C-4EAB-92A0-E937C617CC26}" type="presOf" srcId="{C7DB3949-D95F-4C18-A4CC-99F249531FA7}" destId="{987EB7C7-1B58-4C8C-AFC0-EA2EF6688E91}" srcOrd="0" destOrd="0" presId="urn:microsoft.com/office/officeart/2005/8/layout/cycle1"/>
    <dgm:cxn modelId="{DE7099E1-A11B-4B9E-BAC5-B5D21202C6BF}" type="presOf" srcId="{F1663FC5-2F71-49D9-BE2B-00C67FC28997}" destId="{F2DA6D76-D3C6-4F86-88A9-BD7DFCCEF72C}" srcOrd="0" destOrd="0" presId="urn:microsoft.com/office/officeart/2005/8/layout/cycle1"/>
    <dgm:cxn modelId="{FF0EAFE9-98C7-4AF0-8833-51F7933E47D3}" srcId="{FA9A8C94-386C-4247-BD7B-CC70B6276340}" destId="{7825B6E3-F356-4EC6-9F34-220615282EA4}" srcOrd="2" destOrd="0" parTransId="{611AC5A8-AC0B-4DF2-970F-536587951601}" sibTransId="{4A7C446E-DD26-4456-8A2D-7F4097FE6F5F}"/>
    <dgm:cxn modelId="{5F1B430F-8920-426A-ADE1-06CB8E181006}" type="presParOf" srcId="{4E403947-CA16-4C0F-9564-A94FA31B470D}" destId="{3974463B-10C4-4A2D-A0A2-32D144AEE839}" srcOrd="0" destOrd="0" presId="urn:microsoft.com/office/officeart/2005/8/layout/cycle1"/>
    <dgm:cxn modelId="{1DEFB01E-010D-42B4-BAB5-AADA9CC5169A}" type="presParOf" srcId="{4E403947-CA16-4C0F-9564-A94FA31B470D}" destId="{F2DA6D76-D3C6-4F86-88A9-BD7DFCCEF72C}" srcOrd="1" destOrd="0" presId="urn:microsoft.com/office/officeart/2005/8/layout/cycle1"/>
    <dgm:cxn modelId="{C5FF1CE5-248C-450E-8228-8DE587514B26}" type="presParOf" srcId="{4E403947-CA16-4C0F-9564-A94FA31B470D}" destId="{6AE5DCDA-CC14-4616-A89A-B67E47743A0A}" srcOrd="2" destOrd="0" presId="urn:microsoft.com/office/officeart/2005/8/layout/cycle1"/>
    <dgm:cxn modelId="{0855E9DD-D8D0-434F-A00C-F10D71B0B852}" type="presParOf" srcId="{4E403947-CA16-4C0F-9564-A94FA31B470D}" destId="{B5707EE7-4582-4C54-A871-C96F14ECAB1D}" srcOrd="3" destOrd="0" presId="urn:microsoft.com/office/officeart/2005/8/layout/cycle1"/>
    <dgm:cxn modelId="{3B91AA97-E842-486D-8452-64BE86C16F05}" type="presParOf" srcId="{4E403947-CA16-4C0F-9564-A94FA31B470D}" destId="{BDE824B5-D43D-4ABE-8FB2-24D4EA125A58}" srcOrd="4" destOrd="0" presId="urn:microsoft.com/office/officeart/2005/8/layout/cycle1"/>
    <dgm:cxn modelId="{C1C09706-1A51-4BA2-BAC4-60DA65AA14A5}" type="presParOf" srcId="{4E403947-CA16-4C0F-9564-A94FA31B470D}" destId="{987EB7C7-1B58-4C8C-AFC0-EA2EF6688E91}" srcOrd="5" destOrd="0" presId="urn:microsoft.com/office/officeart/2005/8/layout/cycle1"/>
    <dgm:cxn modelId="{B6336C79-8782-42F0-9438-3A97B54F878F}" type="presParOf" srcId="{4E403947-CA16-4C0F-9564-A94FA31B470D}" destId="{8988BF95-5BEB-4049-9981-1B0B4ECE62E5}" srcOrd="6" destOrd="0" presId="urn:microsoft.com/office/officeart/2005/8/layout/cycle1"/>
    <dgm:cxn modelId="{7392403B-EAB8-4E6E-A6A9-58FA9FEED00A}" type="presParOf" srcId="{4E403947-CA16-4C0F-9564-A94FA31B470D}" destId="{7B4EFE5B-A27A-41D5-90A6-AC63165DC1DD}" srcOrd="7" destOrd="0" presId="urn:microsoft.com/office/officeart/2005/8/layout/cycle1"/>
    <dgm:cxn modelId="{3324587A-88EA-4707-9EB8-2DE01D424546}" type="presParOf" srcId="{4E403947-CA16-4C0F-9564-A94FA31B470D}" destId="{77F350F6-3113-40E0-95EE-B5156A5F833E}" srcOrd="8" destOrd="0" presId="urn:microsoft.com/office/officeart/2005/8/layout/cycle1"/>
    <dgm:cxn modelId="{1EC77503-C379-4AA8-B118-8A485C2B4542}" type="presParOf" srcId="{4E403947-CA16-4C0F-9564-A94FA31B470D}" destId="{5CFAAC42-8204-4B7E-A820-633DE3B75DA6}" srcOrd="9" destOrd="0" presId="urn:microsoft.com/office/officeart/2005/8/layout/cycle1"/>
    <dgm:cxn modelId="{4AB42029-8E00-4472-BF68-B0D8419E153D}" type="presParOf" srcId="{4E403947-CA16-4C0F-9564-A94FA31B470D}" destId="{519ADCC7-3BB3-4081-9923-64C2D47F238F}" srcOrd="10" destOrd="0" presId="urn:microsoft.com/office/officeart/2005/8/layout/cycle1"/>
    <dgm:cxn modelId="{C2CB4BF0-1DFE-45ED-9584-71265860669D}" type="presParOf" srcId="{4E403947-CA16-4C0F-9564-A94FA31B470D}" destId="{F62D8E9D-E866-4264-B98F-8A5BA25C5612}" srcOrd="11" destOrd="0" presId="urn:microsoft.com/office/officeart/2005/8/layout/cycle1"/>
    <dgm:cxn modelId="{BFAA7792-F822-4057-B7CC-3F41990514EE}" type="presParOf" srcId="{4E403947-CA16-4C0F-9564-A94FA31B470D}" destId="{893FDD62-8E5E-42A2-80CC-6E79AEA785EF}" srcOrd="12" destOrd="0" presId="urn:microsoft.com/office/officeart/2005/8/layout/cycle1"/>
    <dgm:cxn modelId="{C1486DB5-D4EF-4F85-8E8B-CA5490CD2238}" type="presParOf" srcId="{4E403947-CA16-4C0F-9564-A94FA31B470D}" destId="{A53AC139-6C59-4269-974D-130670344C6B}" srcOrd="13" destOrd="0" presId="urn:microsoft.com/office/officeart/2005/8/layout/cycle1"/>
    <dgm:cxn modelId="{C76B3318-D1F7-46A4-8A56-846158A7500E}" type="presParOf" srcId="{4E403947-CA16-4C0F-9564-A94FA31B470D}" destId="{557344BC-7866-45AD-BEBD-CDA106BE846A}" srcOrd="14"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2D557C-D1B1-4FC7-B9A5-7F275B6871E4}" type="doc">
      <dgm:prSet loTypeId="urn:microsoft.com/office/officeart/2005/8/layout/default" loCatId="list" qsTypeId="urn:microsoft.com/office/officeart/2005/8/quickstyle/3d4" qsCatId="3D" csTypeId="urn:microsoft.com/office/officeart/2005/8/colors/accent0_3" csCatId="mainScheme" phldr="1"/>
      <dgm:spPr/>
      <dgm:t>
        <a:bodyPr/>
        <a:lstStyle/>
        <a:p>
          <a:endParaRPr lang="en-US"/>
        </a:p>
      </dgm:t>
    </dgm:pt>
    <dgm:pt modelId="{8BD42167-D182-42A6-A855-C8C62FCF44E7}">
      <dgm:prSet phldr="0"/>
      <dgm:spPr/>
      <dgm:t>
        <a:bodyPr/>
        <a:lstStyle/>
        <a:p>
          <a:pPr algn="l" rtl="0">
            <a:lnSpc>
              <a:spcPct val="120000"/>
            </a:lnSpc>
          </a:pPr>
          <a:r>
            <a:rPr lang="en-US" dirty="0">
              <a:solidFill>
                <a:srgbClr val="A6841E"/>
              </a:solidFill>
              <a:latin typeface="Georgia Pro"/>
            </a:rPr>
            <a:t>Based on a true story of Saba Maqsood (2014)</a:t>
          </a:r>
        </a:p>
      </dgm:t>
    </dgm:pt>
    <dgm:pt modelId="{427DE95B-FCD1-47BA-9F0E-374E8676D4B0}" type="parTrans" cxnId="{14DB5FB5-929A-46D5-9A0D-25D69C92A284}">
      <dgm:prSet/>
      <dgm:spPr/>
    </dgm:pt>
    <dgm:pt modelId="{CB95D6D3-B604-4447-AB61-439F36B7DC70}" type="sibTrans" cxnId="{14DB5FB5-929A-46D5-9A0D-25D69C92A284}">
      <dgm:prSet/>
      <dgm:spPr/>
    </dgm:pt>
    <dgm:pt modelId="{D6AC0234-1B4A-4BF2-8077-E66390E4ABD4}">
      <dgm:prSet phldr="0"/>
      <dgm:spPr/>
      <dgm:t>
        <a:bodyPr/>
        <a:lstStyle/>
        <a:p>
          <a:pPr algn="l">
            <a:lnSpc>
              <a:spcPct val="120000"/>
            </a:lnSpc>
          </a:pPr>
          <a:r>
            <a:rPr lang="en-US" dirty="0">
              <a:solidFill>
                <a:srgbClr val="A6841E"/>
              </a:solidFill>
              <a:latin typeface="Georgia Pro"/>
            </a:rPr>
            <a:t>Highlights honor killing and forgiveness culture in Pakistan</a:t>
          </a:r>
        </a:p>
      </dgm:t>
    </dgm:pt>
    <dgm:pt modelId="{F02260F3-AB3E-48AE-9C42-D36792BE97C8}" type="parTrans" cxnId="{A6ACC54A-FDAC-416B-A7DC-94ECBDD8CB22}">
      <dgm:prSet/>
      <dgm:spPr/>
    </dgm:pt>
    <dgm:pt modelId="{2F73B1C9-C174-4FF7-B714-4A17A059C77D}" type="sibTrans" cxnId="{A6ACC54A-FDAC-416B-A7DC-94ECBDD8CB22}">
      <dgm:prSet/>
      <dgm:spPr/>
    </dgm:pt>
    <dgm:pt modelId="{7F6B0CE7-F411-44E9-AE8C-12472E0CA854}">
      <dgm:prSet phldr="0"/>
      <dgm:spPr/>
      <dgm:t>
        <a:bodyPr/>
        <a:lstStyle/>
        <a:p>
          <a:pPr algn="l">
            <a:lnSpc>
              <a:spcPct val="120000"/>
            </a:lnSpc>
          </a:pPr>
          <a:r>
            <a:rPr lang="en-US" dirty="0">
              <a:solidFill>
                <a:srgbClr val="A6841E"/>
              </a:solidFill>
              <a:latin typeface="Georgia Pro"/>
            </a:rPr>
            <a:t>What happens when justice and family loyalty collides</a:t>
          </a:r>
        </a:p>
      </dgm:t>
    </dgm:pt>
    <dgm:pt modelId="{9FC433ED-2960-451F-8249-8982E02E0AB5}" type="parTrans" cxnId="{BE3C9BA5-39FB-43A8-ADBF-00E1F0D4DFE5}">
      <dgm:prSet/>
      <dgm:spPr/>
    </dgm:pt>
    <dgm:pt modelId="{0429D77D-5B99-4731-A00D-8D28BCE7E844}" type="sibTrans" cxnId="{BE3C9BA5-39FB-43A8-ADBF-00E1F0D4DFE5}">
      <dgm:prSet/>
      <dgm:spPr/>
    </dgm:pt>
    <dgm:pt modelId="{332EC3F1-96C8-4F4D-9263-1AD552A31D16}" type="pres">
      <dgm:prSet presAssocID="{C92D557C-D1B1-4FC7-B9A5-7F275B6871E4}" presName="diagram" presStyleCnt="0">
        <dgm:presLayoutVars>
          <dgm:dir/>
          <dgm:resizeHandles val="exact"/>
        </dgm:presLayoutVars>
      </dgm:prSet>
      <dgm:spPr/>
    </dgm:pt>
    <dgm:pt modelId="{D97BE30E-E6E9-41B0-8B92-00DEFD067DC3}" type="pres">
      <dgm:prSet presAssocID="{8BD42167-D182-42A6-A855-C8C62FCF44E7}" presName="node" presStyleLbl="node1" presStyleIdx="0" presStyleCnt="3">
        <dgm:presLayoutVars>
          <dgm:bulletEnabled val="1"/>
        </dgm:presLayoutVars>
      </dgm:prSet>
      <dgm:spPr/>
    </dgm:pt>
    <dgm:pt modelId="{925A2606-BC8B-4DA5-86E6-0761FD469C18}" type="pres">
      <dgm:prSet presAssocID="{CB95D6D3-B604-4447-AB61-439F36B7DC70}" presName="sibTrans" presStyleCnt="0"/>
      <dgm:spPr/>
    </dgm:pt>
    <dgm:pt modelId="{6FD5F6ED-7963-4945-A0E9-641B47FD9773}" type="pres">
      <dgm:prSet presAssocID="{D6AC0234-1B4A-4BF2-8077-E66390E4ABD4}" presName="node" presStyleLbl="node1" presStyleIdx="1" presStyleCnt="3">
        <dgm:presLayoutVars>
          <dgm:bulletEnabled val="1"/>
        </dgm:presLayoutVars>
      </dgm:prSet>
      <dgm:spPr/>
    </dgm:pt>
    <dgm:pt modelId="{5DE470FF-A8B3-4BED-BC92-9C9695C68652}" type="pres">
      <dgm:prSet presAssocID="{2F73B1C9-C174-4FF7-B714-4A17A059C77D}" presName="sibTrans" presStyleCnt="0"/>
      <dgm:spPr/>
    </dgm:pt>
    <dgm:pt modelId="{38631DA3-2CF7-469A-84B0-F9F4F381D108}" type="pres">
      <dgm:prSet presAssocID="{7F6B0CE7-F411-44E9-AE8C-12472E0CA854}" presName="node" presStyleLbl="node1" presStyleIdx="2" presStyleCnt="3">
        <dgm:presLayoutVars>
          <dgm:bulletEnabled val="1"/>
        </dgm:presLayoutVars>
      </dgm:prSet>
      <dgm:spPr/>
    </dgm:pt>
  </dgm:ptLst>
  <dgm:cxnLst>
    <dgm:cxn modelId="{FCDA8060-2790-4A07-AB55-CCF551DDD146}" type="presOf" srcId="{8BD42167-D182-42A6-A855-C8C62FCF44E7}" destId="{D97BE30E-E6E9-41B0-8B92-00DEFD067DC3}" srcOrd="0" destOrd="0" presId="urn:microsoft.com/office/officeart/2005/8/layout/default"/>
    <dgm:cxn modelId="{A6ACC54A-FDAC-416B-A7DC-94ECBDD8CB22}" srcId="{C92D557C-D1B1-4FC7-B9A5-7F275B6871E4}" destId="{D6AC0234-1B4A-4BF2-8077-E66390E4ABD4}" srcOrd="1" destOrd="0" parTransId="{F02260F3-AB3E-48AE-9C42-D36792BE97C8}" sibTransId="{2F73B1C9-C174-4FF7-B714-4A17A059C77D}"/>
    <dgm:cxn modelId="{E903F26B-DA25-451C-ADD7-D94B36225821}" type="presOf" srcId="{D6AC0234-1B4A-4BF2-8077-E66390E4ABD4}" destId="{6FD5F6ED-7963-4945-A0E9-641B47FD9773}" srcOrd="0" destOrd="0" presId="urn:microsoft.com/office/officeart/2005/8/layout/default"/>
    <dgm:cxn modelId="{313AFF99-9D8D-4D35-8D9F-8129A2C48E1F}" type="presOf" srcId="{7F6B0CE7-F411-44E9-AE8C-12472E0CA854}" destId="{38631DA3-2CF7-469A-84B0-F9F4F381D108}" srcOrd="0" destOrd="0" presId="urn:microsoft.com/office/officeart/2005/8/layout/default"/>
    <dgm:cxn modelId="{BE3C9BA5-39FB-43A8-ADBF-00E1F0D4DFE5}" srcId="{C92D557C-D1B1-4FC7-B9A5-7F275B6871E4}" destId="{7F6B0CE7-F411-44E9-AE8C-12472E0CA854}" srcOrd="2" destOrd="0" parTransId="{9FC433ED-2960-451F-8249-8982E02E0AB5}" sibTransId="{0429D77D-5B99-4731-A00D-8D28BCE7E844}"/>
    <dgm:cxn modelId="{579BB2A6-0494-4082-A044-7091D0A7102F}" type="presOf" srcId="{C92D557C-D1B1-4FC7-B9A5-7F275B6871E4}" destId="{332EC3F1-96C8-4F4D-9263-1AD552A31D16}" srcOrd="0" destOrd="0" presId="urn:microsoft.com/office/officeart/2005/8/layout/default"/>
    <dgm:cxn modelId="{14DB5FB5-929A-46D5-9A0D-25D69C92A284}" srcId="{C92D557C-D1B1-4FC7-B9A5-7F275B6871E4}" destId="{8BD42167-D182-42A6-A855-C8C62FCF44E7}" srcOrd="0" destOrd="0" parTransId="{427DE95B-FCD1-47BA-9F0E-374E8676D4B0}" sibTransId="{CB95D6D3-B604-4447-AB61-439F36B7DC70}"/>
    <dgm:cxn modelId="{F0C65AF5-A149-4468-9497-BCA0A54E1F92}" type="presParOf" srcId="{332EC3F1-96C8-4F4D-9263-1AD552A31D16}" destId="{D97BE30E-E6E9-41B0-8B92-00DEFD067DC3}" srcOrd="0" destOrd="0" presId="urn:microsoft.com/office/officeart/2005/8/layout/default"/>
    <dgm:cxn modelId="{6AF400EC-F93D-4E92-A0F9-8B05B4B49374}" type="presParOf" srcId="{332EC3F1-96C8-4F4D-9263-1AD552A31D16}" destId="{925A2606-BC8B-4DA5-86E6-0761FD469C18}" srcOrd="1" destOrd="0" presId="urn:microsoft.com/office/officeart/2005/8/layout/default"/>
    <dgm:cxn modelId="{1A744A9B-8900-4766-A1D8-956A0C316F94}" type="presParOf" srcId="{332EC3F1-96C8-4F4D-9263-1AD552A31D16}" destId="{6FD5F6ED-7963-4945-A0E9-641B47FD9773}" srcOrd="2" destOrd="0" presId="urn:microsoft.com/office/officeart/2005/8/layout/default"/>
    <dgm:cxn modelId="{6A37BECD-C0B5-4A81-B95E-8354D563EBB9}" type="presParOf" srcId="{332EC3F1-96C8-4F4D-9263-1AD552A31D16}" destId="{5DE470FF-A8B3-4BED-BC92-9C9695C68652}" srcOrd="3" destOrd="0" presId="urn:microsoft.com/office/officeart/2005/8/layout/default"/>
    <dgm:cxn modelId="{47E2472F-7BDD-4CAC-B1D2-177389E7F834}" type="presParOf" srcId="{332EC3F1-96C8-4F4D-9263-1AD552A31D16}" destId="{38631DA3-2CF7-469A-84B0-F9F4F381D108}" srcOrd="4"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59E996-FAD5-447E-82F0-178F4A3CE6AA}" type="doc">
      <dgm:prSet loTypeId="urn:microsoft.com/office/officeart/2005/8/layout/default" loCatId="list" qsTypeId="urn:microsoft.com/office/officeart/2005/8/quickstyle/3d4" qsCatId="3D" csTypeId="urn:microsoft.com/office/officeart/2005/8/colors/accent0_3" csCatId="mainScheme" phldr="1"/>
      <dgm:spPr/>
      <dgm:t>
        <a:bodyPr/>
        <a:lstStyle/>
        <a:p>
          <a:endParaRPr lang="en-US"/>
        </a:p>
      </dgm:t>
    </dgm:pt>
    <dgm:pt modelId="{5F9B8C7E-83D5-46F4-A387-399437DCD998}">
      <dgm:prSet phldr="0"/>
      <dgm:spPr/>
      <dgm:t>
        <a:bodyPr/>
        <a:lstStyle/>
        <a:p>
          <a:pPr algn="l" rtl="0">
            <a:lnSpc>
              <a:spcPct val="120000"/>
            </a:lnSpc>
          </a:pPr>
          <a:r>
            <a:rPr lang="en-US" dirty="0">
              <a:solidFill>
                <a:srgbClr val="A6841E"/>
              </a:solidFill>
              <a:latin typeface="Georgia Pro"/>
            </a:rPr>
            <a:t>The reason for selection </a:t>
          </a:r>
        </a:p>
      </dgm:t>
    </dgm:pt>
    <dgm:pt modelId="{5E8609EF-D301-4F4D-8730-19E1FDD86303}" type="parTrans" cxnId="{3E787B7D-393F-44DD-99D2-2A7E13E15720}">
      <dgm:prSet/>
      <dgm:spPr/>
    </dgm:pt>
    <dgm:pt modelId="{F1B374CE-056C-4962-933F-537D5571CAFF}" type="sibTrans" cxnId="{3E787B7D-393F-44DD-99D2-2A7E13E15720}">
      <dgm:prSet/>
      <dgm:spPr/>
    </dgm:pt>
    <dgm:pt modelId="{7284CF90-E021-4F04-99C6-759FA2750960}">
      <dgm:prSet phldr="0"/>
      <dgm:spPr/>
      <dgm:t>
        <a:bodyPr/>
        <a:lstStyle/>
        <a:p>
          <a:pPr algn="l" rtl="0">
            <a:lnSpc>
              <a:spcPct val="120000"/>
            </a:lnSpc>
          </a:pPr>
          <a:r>
            <a:rPr lang="en-US" dirty="0">
              <a:solidFill>
                <a:srgbClr val="A6841E"/>
              </a:solidFill>
              <a:latin typeface="Georgia Pro"/>
            </a:rPr>
            <a:t>Summery</a:t>
          </a:r>
        </a:p>
      </dgm:t>
    </dgm:pt>
    <dgm:pt modelId="{1C786FC0-25AC-44B1-878B-AE8C84F3D8FA}" type="parTrans" cxnId="{9929E398-30AC-4AE1-86C2-19451065DE71}">
      <dgm:prSet/>
      <dgm:spPr/>
    </dgm:pt>
    <dgm:pt modelId="{93B95BA0-4AE6-4B35-BA79-DCA25C89796C}" type="sibTrans" cxnId="{9929E398-30AC-4AE1-86C2-19451065DE71}">
      <dgm:prSet/>
      <dgm:spPr/>
    </dgm:pt>
    <dgm:pt modelId="{D4306F46-3EA7-4437-8B22-678598762A98}">
      <dgm:prSet phldr="0"/>
      <dgm:spPr/>
      <dgm:t>
        <a:bodyPr/>
        <a:lstStyle/>
        <a:p>
          <a:pPr algn="l">
            <a:lnSpc>
              <a:spcPct val="120000"/>
            </a:lnSpc>
          </a:pPr>
          <a:r>
            <a:rPr lang="en-US" dirty="0">
              <a:solidFill>
                <a:srgbClr val="A6841E"/>
              </a:solidFill>
              <a:latin typeface="Georgia Pro"/>
            </a:rPr>
            <a:t>Systemic problems and reforms</a:t>
          </a:r>
        </a:p>
      </dgm:t>
    </dgm:pt>
    <dgm:pt modelId="{6A8D9D33-2122-419B-A98F-3F380DCCBA29}" type="parTrans" cxnId="{94797D24-6B4F-4A84-AFCE-8B04D5B3CFE3}">
      <dgm:prSet/>
      <dgm:spPr/>
    </dgm:pt>
    <dgm:pt modelId="{B7900A32-C6B3-4644-A843-DB43E2314486}" type="sibTrans" cxnId="{94797D24-6B4F-4A84-AFCE-8B04D5B3CFE3}">
      <dgm:prSet/>
      <dgm:spPr/>
    </dgm:pt>
    <dgm:pt modelId="{C8DF81DD-1C53-4BDA-99DE-A7607D57D3C3}">
      <dgm:prSet phldr="0"/>
      <dgm:spPr/>
      <dgm:t>
        <a:bodyPr/>
        <a:lstStyle/>
        <a:p>
          <a:pPr algn="l">
            <a:lnSpc>
              <a:spcPct val="120000"/>
            </a:lnSpc>
          </a:pPr>
          <a:r>
            <a:rPr lang="en-US" dirty="0">
              <a:solidFill>
                <a:srgbClr val="A6841E"/>
              </a:solidFill>
              <a:latin typeface="Georgia Pro"/>
            </a:rPr>
            <a:t>Conclusion and suggestions</a:t>
          </a:r>
        </a:p>
      </dgm:t>
    </dgm:pt>
    <dgm:pt modelId="{56A8FB1E-39C7-4C7C-A5CD-62B908841174}" type="parTrans" cxnId="{C95D01AC-67B2-4029-8999-28F408579B8E}">
      <dgm:prSet/>
      <dgm:spPr/>
    </dgm:pt>
    <dgm:pt modelId="{C794A09F-2A87-4A48-8621-95E387FB5B7E}" type="sibTrans" cxnId="{C95D01AC-67B2-4029-8999-28F408579B8E}">
      <dgm:prSet/>
      <dgm:spPr/>
    </dgm:pt>
    <dgm:pt modelId="{9A593FE0-55A5-4D9E-85C7-4FED53A4E834}">
      <dgm:prSet phldr="0"/>
      <dgm:spPr/>
      <dgm:t>
        <a:bodyPr/>
        <a:lstStyle/>
        <a:p>
          <a:pPr algn="l" rtl="0">
            <a:lnSpc>
              <a:spcPct val="120000"/>
            </a:lnSpc>
          </a:pPr>
          <a:r>
            <a:rPr lang="en-US" dirty="0">
              <a:solidFill>
                <a:srgbClr val="A6841E"/>
              </a:solidFill>
              <a:latin typeface="Georgia Pro"/>
            </a:rPr>
            <a:t>Main message </a:t>
          </a:r>
        </a:p>
      </dgm:t>
    </dgm:pt>
    <dgm:pt modelId="{AEDC80E1-2026-4E1A-A491-BA0329377221}" type="parTrans" cxnId="{5B6876AD-CDCF-4825-936C-DE2BECFD76D9}">
      <dgm:prSet/>
      <dgm:spPr/>
    </dgm:pt>
    <dgm:pt modelId="{77579310-CAED-4855-A54D-FA93392E18E4}" type="sibTrans" cxnId="{5B6876AD-CDCF-4825-936C-DE2BECFD76D9}">
      <dgm:prSet/>
      <dgm:spPr/>
    </dgm:pt>
    <dgm:pt modelId="{A11CD5FC-2182-4C6A-A5FB-459B39D7E9B3}" type="pres">
      <dgm:prSet presAssocID="{F459E996-FAD5-447E-82F0-178F4A3CE6AA}" presName="diagram" presStyleCnt="0">
        <dgm:presLayoutVars>
          <dgm:dir/>
          <dgm:resizeHandles val="exact"/>
        </dgm:presLayoutVars>
      </dgm:prSet>
      <dgm:spPr/>
    </dgm:pt>
    <dgm:pt modelId="{E93AF3F1-B318-4FA6-8BE3-9610E109759E}" type="pres">
      <dgm:prSet presAssocID="{5F9B8C7E-83D5-46F4-A387-399437DCD998}" presName="node" presStyleLbl="node1" presStyleIdx="0" presStyleCnt="5">
        <dgm:presLayoutVars>
          <dgm:bulletEnabled val="1"/>
        </dgm:presLayoutVars>
      </dgm:prSet>
      <dgm:spPr/>
    </dgm:pt>
    <dgm:pt modelId="{889A3A7B-9BE4-4ED7-A04C-40E9BB13FFB7}" type="pres">
      <dgm:prSet presAssocID="{F1B374CE-056C-4962-933F-537D5571CAFF}" presName="sibTrans" presStyleCnt="0"/>
      <dgm:spPr/>
    </dgm:pt>
    <dgm:pt modelId="{372CCDFA-4CB3-4D57-8D7F-943817261937}" type="pres">
      <dgm:prSet presAssocID="{9A593FE0-55A5-4D9E-85C7-4FED53A4E834}" presName="node" presStyleLbl="node1" presStyleIdx="1" presStyleCnt="5">
        <dgm:presLayoutVars>
          <dgm:bulletEnabled val="1"/>
        </dgm:presLayoutVars>
      </dgm:prSet>
      <dgm:spPr/>
    </dgm:pt>
    <dgm:pt modelId="{B5225316-855B-4C44-9F36-DE51BA387DC6}" type="pres">
      <dgm:prSet presAssocID="{77579310-CAED-4855-A54D-FA93392E18E4}" presName="sibTrans" presStyleCnt="0"/>
      <dgm:spPr/>
    </dgm:pt>
    <dgm:pt modelId="{0F32126E-325C-422A-861E-1F3B79B4D30B}" type="pres">
      <dgm:prSet presAssocID="{7284CF90-E021-4F04-99C6-759FA2750960}" presName="node" presStyleLbl="node1" presStyleIdx="2" presStyleCnt="5">
        <dgm:presLayoutVars>
          <dgm:bulletEnabled val="1"/>
        </dgm:presLayoutVars>
      </dgm:prSet>
      <dgm:spPr/>
    </dgm:pt>
    <dgm:pt modelId="{8784A14C-93A0-49EC-A4B6-943A3491278A}" type="pres">
      <dgm:prSet presAssocID="{93B95BA0-4AE6-4B35-BA79-DCA25C89796C}" presName="sibTrans" presStyleCnt="0"/>
      <dgm:spPr/>
    </dgm:pt>
    <dgm:pt modelId="{630138EF-DC01-41A0-9BCA-056CF22AC1F9}" type="pres">
      <dgm:prSet presAssocID="{D4306F46-3EA7-4437-8B22-678598762A98}" presName="node" presStyleLbl="node1" presStyleIdx="3" presStyleCnt="5">
        <dgm:presLayoutVars>
          <dgm:bulletEnabled val="1"/>
        </dgm:presLayoutVars>
      </dgm:prSet>
      <dgm:spPr/>
    </dgm:pt>
    <dgm:pt modelId="{586F42C5-41DA-423C-AA53-1EB611CCA5C8}" type="pres">
      <dgm:prSet presAssocID="{B7900A32-C6B3-4644-A843-DB43E2314486}" presName="sibTrans" presStyleCnt="0"/>
      <dgm:spPr/>
    </dgm:pt>
    <dgm:pt modelId="{FCCDC768-065C-4D89-B5E1-9A3E936AF646}" type="pres">
      <dgm:prSet presAssocID="{C8DF81DD-1C53-4BDA-99DE-A7607D57D3C3}" presName="node" presStyleLbl="node1" presStyleIdx="4" presStyleCnt="5">
        <dgm:presLayoutVars>
          <dgm:bulletEnabled val="1"/>
        </dgm:presLayoutVars>
      </dgm:prSet>
      <dgm:spPr/>
    </dgm:pt>
  </dgm:ptLst>
  <dgm:cxnLst>
    <dgm:cxn modelId="{94797D24-6B4F-4A84-AFCE-8B04D5B3CFE3}" srcId="{F459E996-FAD5-447E-82F0-178F4A3CE6AA}" destId="{D4306F46-3EA7-4437-8B22-678598762A98}" srcOrd="3" destOrd="0" parTransId="{6A8D9D33-2122-419B-A98F-3F380DCCBA29}" sibTransId="{B7900A32-C6B3-4644-A843-DB43E2314486}"/>
    <dgm:cxn modelId="{82B2AB2F-BEE4-4E46-AEDF-91E37E503900}" type="presOf" srcId="{D4306F46-3EA7-4437-8B22-678598762A98}" destId="{630138EF-DC01-41A0-9BCA-056CF22AC1F9}" srcOrd="0" destOrd="0" presId="urn:microsoft.com/office/officeart/2005/8/layout/default"/>
    <dgm:cxn modelId="{9BED035A-6348-4D97-A938-33F2315DD69B}" type="presOf" srcId="{5F9B8C7E-83D5-46F4-A387-399437DCD998}" destId="{E93AF3F1-B318-4FA6-8BE3-9610E109759E}" srcOrd="0" destOrd="0" presId="urn:microsoft.com/office/officeart/2005/8/layout/default"/>
    <dgm:cxn modelId="{3E787B7D-393F-44DD-99D2-2A7E13E15720}" srcId="{F459E996-FAD5-447E-82F0-178F4A3CE6AA}" destId="{5F9B8C7E-83D5-46F4-A387-399437DCD998}" srcOrd="0" destOrd="0" parTransId="{5E8609EF-D301-4F4D-8730-19E1FDD86303}" sibTransId="{F1B374CE-056C-4962-933F-537D5571CAFF}"/>
    <dgm:cxn modelId="{C66B2795-802E-41A9-9A54-D3BD07578D26}" type="presOf" srcId="{9A593FE0-55A5-4D9E-85C7-4FED53A4E834}" destId="{372CCDFA-4CB3-4D57-8D7F-943817261937}" srcOrd="0" destOrd="0" presId="urn:microsoft.com/office/officeart/2005/8/layout/default"/>
    <dgm:cxn modelId="{9929E398-30AC-4AE1-86C2-19451065DE71}" srcId="{F459E996-FAD5-447E-82F0-178F4A3CE6AA}" destId="{7284CF90-E021-4F04-99C6-759FA2750960}" srcOrd="2" destOrd="0" parTransId="{1C786FC0-25AC-44B1-878B-AE8C84F3D8FA}" sibTransId="{93B95BA0-4AE6-4B35-BA79-DCA25C89796C}"/>
    <dgm:cxn modelId="{A69A3E9F-F83D-4917-BE86-F81839C8672B}" type="presOf" srcId="{F459E996-FAD5-447E-82F0-178F4A3CE6AA}" destId="{A11CD5FC-2182-4C6A-A5FB-459B39D7E9B3}" srcOrd="0" destOrd="0" presId="urn:microsoft.com/office/officeart/2005/8/layout/default"/>
    <dgm:cxn modelId="{C95D01AC-67B2-4029-8999-28F408579B8E}" srcId="{F459E996-FAD5-447E-82F0-178F4A3CE6AA}" destId="{C8DF81DD-1C53-4BDA-99DE-A7607D57D3C3}" srcOrd="4" destOrd="0" parTransId="{56A8FB1E-39C7-4C7C-A5CD-62B908841174}" sibTransId="{C794A09F-2A87-4A48-8621-95E387FB5B7E}"/>
    <dgm:cxn modelId="{5B6876AD-CDCF-4825-936C-DE2BECFD76D9}" srcId="{F459E996-FAD5-447E-82F0-178F4A3CE6AA}" destId="{9A593FE0-55A5-4D9E-85C7-4FED53A4E834}" srcOrd="1" destOrd="0" parTransId="{AEDC80E1-2026-4E1A-A491-BA0329377221}" sibTransId="{77579310-CAED-4855-A54D-FA93392E18E4}"/>
    <dgm:cxn modelId="{F5B608B9-136B-4054-997D-714D9365BD52}" type="presOf" srcId="{C8DF81DD-1C53-4BDA-99DE-A7607D57D3C3}" destId="{FCCDC768-065C-4D89-B5E1-9A3E936AF646}" srcOrd="0" destOrd="0" presId="urn:microsoft.com/office/officeart/2005/8/layout/default"/>
    <dgm:cxn modelId="{D8D950EB-BC20-47E9-85E9-D54074967679}" type="presOf" srcId="{7284CF90-E021-4F04-99C6-759FA2750960}" destId="{0F32126E-325C-422A-861E-1F3B79B4D30B}" srcOrd="0" destOrd="0" presId="urn:microsoft.com/office/officeart/2005/8/layout/default"/>
    <dgm:cxn modelId="{6F44624B-3D0A-4C9F-AB9B-382C158C6086}" type="presParOf" srcId="{A11CD5FC-2182-4C6A-A5FB-459B39D7E9B3}" destId="{E93AF3F1-B318-4FA6-8BE3-9610E109759E}" srcOrd="0" destOrd="0" presId="urn:microsoft.com/office/officeart/2005/8/layout/default"/>
    <dgm:cxn modelId="{CFD281BE-2375-4589-A535-9DC25171442A}" type="presParOf" srcId="{A11CD5FC-2182-4C6A-A5FB-459B39D7E9B3}" destId="{889A3A7B-9BE4-4ED7-A04C-40E9BB13FFB7}" srcOrd="1" destOrd="0" presId="urn:microsoft.com/office/officeart/2005/8/layout/default"/>
    <dgm:cxn modelId="{0DE8D59D-7081-4336-99E0-822B577C4015}" type="presParOf" srcId="{A11CD5FC-2182-4C6A-A5FB-459B39D7E9B3}" destId="{372CCDFA-4CB3-4D57-8D7F-943817261937}" srcOrd="2" destOrd="0" presId="urn:microsoft.com/office/officeart/2005/8/layout/default"/>
    <dgm:cxn modelId="{E50B1C81-8506-4F13-A342-E52C40105F45}" type="presParOf" srcId="{A11CD5FC-2182-4C6A-A5FB-459B39D7E9B3}" destId="{B5225316-855B-4C44-9F36-DE51BA387DC6}" srcOrd="3" destOrd="0" presId="urn:microsoft.com/office/officeart/2005/8/layout/default"/>
    <dgm:cxn modelId="{205D6C2D-4D4C-4D36-9206-8FCAAA518C4E}" type="presParOf" srcId="{A11CD5FC-2182-4C6A-A5FB-459B39D7E9B3}" destId="{0F32126E-325C-422A-861E-1F3B79B4D30B}" srcOrd="4" destOrd="0" presId="urn:microsoft.com/office/officeart/2005/8/layout/default"/>
    <dgm:cxn modelId="{DF4E0688-740B-4E11-94CD-2AA7447C4844}" type="presParOf" srcId="{A11CD5FC-2182-4C6A-A5FB-459B39D7E9B3}" destId="{8784A14C-93A0-49EC-A4B6-943A3491278A}" srcOrd="5" destOrd="0" presId="urn:microsoft.com/office/officeart/2005/8/layout/default"/>
    <dgm:cxn modelId="{6E526A45-4498-4C52-B1E8-674B71E6160C}" type="presParOf" srcId="{A11CD5FC-2182-4C6A-A5FB-459B39D7E9B3}" destId="{630138EF-DC01-41A0-9BCA-056CF22AC1F9}" srcOrd="6" destOrd="0" presId="urn:microsoft.com/office/officeart/2005/8/layout/default"/>
    <dgm:cxn modelId="{D3E46947-92F4-46DA-9618-FCE621FA7C4B}" type="presParOf" srcId="{A11CD5FC-2182-4C6A-A5FB-459B39D7E9B3}" destId="{586F42C5-41DA-423C-AA53-1EB611CCA5C8}" srcOrd="7" destOrd="0" presId="urn:microsoft.com/office/officeart/2005/8/layout/default"/>
    <dgm:cxn modelId="{202427D3-E5DD-4CB9-8957-426BDD301930}" type="presParOf" srcId="{A11CD5FC-2182-4C6A-A5FB-459B39D7E9B3}" destId="{FCCDC768-065C-4D89-B5E1-9A3E936AF646}"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E9E6FA-E490-440C-B72A-473C42435E94}" type="doc">
      <dgm:prSet loTypeId="urn:microsoft.com/office/officeart/2005/8/layout/hList6" loCatId="list" qsTypeId="urn:microsoft.com/office/officeart/2005/8/quickstyle/3d4" qsCatId="3D" csTypeId="urn:microsoft.com/office/officeart/2005/8/colors/accent0_3" csCatId="mainScheme" phldr="1"/>
      <dgm:spPr/>
      <dgm:t>
        <a:bodyPr/>
        <a:lstStyle/>
        <a:p>
          <a:endParaRPr lang="en-US"/>
        </a:p>
      </dgm:t>
    </dgm:pt>
    <dgm:pt modelId="{369D4763-9BEE-4A3E-89A2-75B04950661E}">
      <dgm:prSet phldr="0"/>
      <dgm:spPr/>
      <dgm:t>
        <a:bodyPr/>
        <a:lstStyle/>
        <a:p>
          <a:pPr algn="l" rtl="0">
            <a:lnSpc>
              <a:spcPct val="120000"/>
            </a:lnSpc>
          </a:pPr>
          <a:r>
            <a:rPr lang="en-US" dirty="0">
              <a:solidFill>
                <a:srgbClr val="A6841E"/>
              </a:solidFill>
              <a:latin typeface="Georgia Pro"/>
            </a:rPr>
            <a:t>Over 1000 honor killings per year Human Rights Commission of Pakistan</a:t>
          </a:r>
        </a:p>
      </dgm:t>
    </dgm:pt>
    <dgm:pt modelId="{F49A029F-5515-49CC-9F7B-7D85D09CEA99}" type="parTrans" cxnId="{D0787779-938A-4B6B-8DD2-0274D8C81ACA}">
      <dgm:prSet/>
      <dgm:spPr/>
    </dgm:pt>
    <dgm:pt modelId="{1D742126-98DC-4251-BBE3-8EC6BB93CF92}" type="sibTrans" cxnId="{D0787779-938A-4B6B-8DD2-0274D8C81ACA}">
      <dgm:prSet/>
      <dgm:spPr/>
    </dgm:pt>
    <dgm:pt modelId="{F7308F64-45A1-4C99-A53B-A16E743A7CED}">
      <dgm:prSet phldr="0"/>
      <dgm:spPr/>
      <dgm:t>
        <a:bodyPr/>
        <a:lstStyle/>
        <a:p>
          <a:pPr algn="l">
            <a:lnSpc>
              <a:spcPct val="120000"/>
            </a:lnSpc>
          </a:pPr>
          <a:r>
            <a:rPr lang="en-US" dirty="0">
              <a:solidFill>
                <a:srgbClr val="A6841E"/>
              </a:solidFill>
              <a:latin typeface="Georgia Pro"/>
            </a:rPr>
            <a:t>88 percent forgiven by family HRCP 2015</a:t>
          </a:r>
        </a:p>
      </dgm:t>
    </dgm:pt>
    <dgm:pt modelId="{1E872042-7DD8-44FB-B6E7-BA0FA7376293}" type="parTrans" cxnId="{70F760AC-C6D5-4092-B00F-F55369B47896}">
      <dgm:prSet/>
      <dgm:spPr/>
    </dgm:pt>
    <dgm:pt modelId="{BB2E770E-CE66-4BD7-BFA7-43D8E0C947F6}" type="sibTrans" cxnId="{70F760AC-C6D5-4092-B00F-F55369B47896}">
      <dgm:prSet/>
      <dgm:spPr/>
    </dgm:pt>
    <dgm:pt modelId="{882D65FD-D857-4F31-8F27-A93314F8C6A8}">
      <dgm:prSet phldr="0"/>
      <dgm:spPr/>
      <dgm:t>
        <a:bodyPr/>
        <a:lstStyle/>
        <a:p>
          <a:pPr algn="l">
            <a:lnSpc>
              <a:spcPct val="120000"/>
            </a:lnSpc>
          </a:pPr>
          <a:r>
            <a:rPr lang="en-US" dirty="0">
              <a:solidFill>
                <a:srgbClr val="A6841E"/>
              </a:solidFill>
              <a:latin typeface="Georgia Pro"/>
            </a:rPr>
            <a:t>Only 6 percent reach conviction</a:t>
          </a:r>
        </a:p>
      </dgm:t>
    </dgm:pt>
    <dgm:pt modelId="{D6939848-F925-4584-AD51-4C034400D5A3}" type="parTrans" cxnId="{57F6BDD6-EC4B-4952-BDA4-4F94DFB43358}">
      <dgm:prSet/>
      <dgm:spPr/>
    </dgm:pt>
    <dgm:pt modelId="{C1753F8D-B198-4AE8-BFD3-3EBFBEB38A78}" type="sibTrans" cxnId="{57F6BDD6-EC4B-4952-BDA4-4F94DFB43358}">
      <dgm:prSet/>
      <dgm:spPr/>
    </dgm:pt>
    <dgm:pt modelId="{E03D7085-C30D-4656-BAB4-9A8C93581FED}">
      <dgm:prSet phldr="0"/>
      <dgm:spPr/>
      <dgm:t>
        <a:bodyPr/>
        <a:lstStyle/>
        <a:p>
          <a:pPr algn="l">
            <a:lnSpc>
              <a:spcPct val="120000"/>
            </a:lnSpc>
          </a:pPr>
          <a:r>
            <a:rPr lang="en-US" dirty="0">
              <a:solidFill>
                <a:srgbClr val="A6841E"/>
              </a:solidFill>
              <a:latin typeface="Georgia Pro"/>
            </a:rPr>
            <a:t>Rural women No legal aid, no media voice</a:t>
          </a:r>
        </a:p>
      </dgm:t>
    </dgm:pt>
    <dgm:pt modelId="{67C2E601-C602-433C-9EB0-EE5964571099}" type="parTrans" cxnId="{CDEB3617-4932-49CB-811E-86B61D3BD970}">
      <dgm:prSet/>
      <dgm:spPr/>
    </dgm:pt>
    <dgm:pt modelId="{9A3EB3A0-37B7-4397-89FE-43DE980F9E6C}" type="sibTrans" cxnId="{CDEB3617-4932-49CB-811E-86B61D3BD970}">
      <dgm:prSet/>
      <dgm:spPr/>
    </dgm:pt>
    <dgm:pt modelId="{EEA26075-E8A5-4578-9D75-43DCFA3FF3B9}" type="pres">
      <dgm:prSet presAssocID="{68E9E6FA-E490-440C-B72A-473C42435E94}" presName="Name0" presStyleCnt="0">
        <dgm:presLayoutVars>
          <dgm:dir/>
          <dgm:resizeHandles val="exact"/>
        </dgm:presLayoutVars>
      </dgm:prSet>
      <dgm:spPr/>
    </dgm:pt>
    <dgm:pt modelId="{76EA113B-1CE3-4AAC-967E-A3F3AAAF083C}" type="pres">
      <dgm:prSet presAssocID="{369D4763-9BEE-4A3E-89A2-75B04950661E}" presName="node" presStyleLbl="node1" presStyleIdx="0" presStyleCnt="4">
        <dgm:presLayoutVars>
          <dgm:bulletEnabled val="1"/>
        </dgm:presLayoutVars>
      </dgm:prSet>
      <dgm:spPr/>
    </dgm:pt>
    <dgm:pt modelId="{F76BFFA4-2AC4-4DB4-AE4C-BE60ADA09C43}" type="pres">
      <dgm:prSet presAssocID="{1D742126-98DC-4251-BBE3-8EC6BB93CF92}" presName="sibTrans" presStyleCnt="0"/>
      <dgm:spPr/>
    </dgm:pt>
    <dgm:pt modelId="{D4D839AF-983D-4CFD-9EC7-4BD14C9F2A26}" type="pres">
      <dgm:prSet presAssocID="{F7308F64-45A1-4C99-A53B-A16E743A7CED}" presName="node" presStyleLbl="node1" presStyleIdx="1" presStyleCnt="4">
        <dgm:presLayoutVars>
          <dgm:bulletEnabled val="1"/>
        </dgm:presLayoutVars>
      </dgm:prSet>
      <dgm:spPr/>
    </dgm:pt>
    <dgm:pt modelId="{EE82815F-5414-444E-99A7-569D30D6A18D}" type="pres">
      <dgm:prSet presAssocID="{BB2E770E-CE66-4BD7-BFA7-43D8E0C947F6}" presName="sibTrans" presStyleCnt="0"/>
      <dgm:spPr/>
    </dgm:pt>
    <dgm:pt modelId="{54CFAEA7-12ED-4608-8478-44FD7334B7C6}" type="pres">
      <dgm:prSet presAssocID="{882D65FD-D857-4F31-8F27-A93314F8C6A8}" presName="node" presStyleLbl="node1" presStyleIdx="2" presStyleCnt="4">
        <dgm:presLayoutVars>
          <dgm:bulletEnabled val="1"/>
        </dgm:presLayoutVars>
      </dgm:prSet>
      <dgm:spPr/>
    </dgm:pt>
    <dgm:pt modelId="{018D41E8-0DA7-4CC4-97E1-97543ACD6810}" type="pres">
      <dgm:prSet presAssocID="{C1753F8D-B198-4AE8-BFD3-3EBFBEB38A78}" presName="sibTrans" presStyleCnt="0"/>
      <dgm:spPr/>
    </dgm:pt>
    <dgm:pt modelId="{1CEA4540-1AED-4A59-8732-1C81032F9064}" type="pres">
      <dgm:prSet presAssocID="{E03D7085-C30D-4656-BAB4-9A8C93581FED}" presName="node" presStyleLbl="node1" presStyleIdx="3" presStyleCnt="4">
        <dgm:presLayoutVars>
          <dgm:bulletEnabled val="1"/>
        </dgm:presLayoutVars>
      </dgm:prSet>
      <dgm:spPr/>
    </dgm:pt>
  </dgm:ptLst>
  <dgm:cxnLst>
    <dgm:cxn modelId="{CDEB3617-4932-49CB-811E-86B61D3BD970}" srcId="{68E9E6FA-E490-440C-B72A-473C42435E94}" destId="{E03D7085-C30D-4656-BAB4-9A8C93581FED}" srcOrd="3" destOrd="0" parTransId="{67C2E601-C602-433C-9EB0-EE5964571099}" sibTransId="{9A3EB3A0-37B7-4397-89FE-43DE980F9E6C}"/>
    <dgm:cxn modelId="{B1986A19-7595-4DF3-B451-31F99EE90315}" type="presOf" srcId="{369D4763-9BEE-4A3E-89A2-75B04950661E}" destId="{76EA113B-1CE3-4AAC-967E-A3F3AAAF083C}" srcOrd="0" destOrd="0" presId="urn:microsoft.com/office/officeart/2005/8/layout/hList6"/>
    <dgm:cxn modelId="{39CC785F-F930-480E-A0E1-A9E8CDB12EB3}" type="presOf" srcId="{882D65FD-D857-4F31-8F27-A93314F8C6A8}" destId="{54CFAEA7-12ED-4608-8478-44FD7334B7C6}" srcOrd="0" destOrd="0" presId="urn:microsoft.com/office/officeart/2005/8/layout/hList6"/>
    <dgm:cxn modelId="{FBB69271-D482-40AB-8994-BC1199505815}" type="presOf" srcId="{68E9E6FA-E490-440C-B72A-473C42435E94}" destId="{EEA26075-E8A5-4578-9D75-43DCFA3FF3B9}" srcOrd="0" destOrd="0" presId="urn:microsoft.com/office/officeart/2005/8/layout/hList6"/>
    <dgm:cxn modelId="{D0787779-938A-4B6B-8DD2-0274D8C81ACA}" srcId="{68E9E6FA-E490-440C-B72A-473C42435E94}" destId="{369D4763-9BEE-4A3E-89A2-75B04950661E}" srcOrd="0" destOrd="0" parTransId="{F49A029F-5515-49CC-9F7B-7D85D09CEA99}" sibTransId="{1D742126-98DC-4251-BBE3-8EC6BB93CF92}"/>
    <dgm:cxn modelId="{A7E166AA-C181-41BA-9A62-FFFAC26111B7}" type="presOf" srcId="{F7308F64-45A1-4C99-A53B-A16E743A7CED}" destId="{D4D839AF-983D-4CFD-9EC7-4BD14C9F2A26}" srcOrd="0" destOrd="0" presId="urn:microsoft.com/office/officeart/2005/8/layout/hList6"/>
    <dgm:cxn modelId="{70F760AC-C6D5-4092-B00F-F55369B47896}" srcId="{68E9E6FA-E490-440C-B72A-473C42435E94}" destId="{F7308F64-45A1-4C99-A53B-A16E743A7CED}" srcOrd="1" destOrd="0" parTransId="{1E872042-7DD8-44FB-B6E7-BA0FA7376293}" sibTransId="{BB2E770E-CE66-4BD7-BFA7-43D8E0C947F6}"/>
    <dgm:cxn modelId="{F6F7C5B6-62CA-4BCE-825D-A970B064B797}" type="presOf" srcId="{E03D7085-C30D-4656-BAB4-9A8C93581FED}" destId="{1CEA4540-1AED-4A59-8732-1C81032F9064}" srcOrd="0" destOrd="0" presId="urn:microsoft.com/office/officeart/2005/8/layout/hList6"/>
    <dgm:cxn modelId="{57F6BDD6-EC4B-4952-BDA4-4F94DFB43358}" srcId="{68E9E6FA-E490-440C-B72A-473C42435E94}" destId="{882D65FD-D857-4F31-8F27-A93314F8C6A8}" srcOrd="2" destOrd="0" parTransId="{D6939848-F925-4584-AD51-4C034400D5A3}" sibTransId="{C1753F8D-B198-4AE8-BFD3-3EBFBEB38A78}"/>
    <dgm:cxn modelId="{936285FA-1C72-44B2-A7DA-FC9CEE8E1221}" type="presParOf" srcId="{EEA26075-E8A5-4578-9D75-43DCFA3FF3B9}" destId="{76EA113B-1CE3-4AAC-967E-A3F3AAAF083C}" srcOrd="0" destOrd="0" presId="urn:microsoft.com/office/officeart/2005/8/layout/hList6"/>
    <dgm:cxn modelId="{D956B429-F701-4F6C-BF3B-91FAA5AF3556}" type="presParOf" srcId="{EEA26075-E8A5-4578-9D75-43DCFA3FF3B9}" destId="{F76BFFA4-2AC4-4DB4-AE4C-BE60ADA09C43}" srcOrd="1" destOrd="0" presId="urn:microsoft.com/office/officeart/2005/8/layout/hList6"/>
    <dgm:cxn modelId="{3F404E01-2504-4926-95A8-6B513BCA05E5}" type="presParOf" srcId="{EEA26075-E8A5-4578-9D75-43DCFA3FF3B9}" destId="{D4D839AF-983D-4CFD-9EC7-4BD14C9F2A26}" srcOrd="2" destOrd="0" presId="urn:microsoft.com/office/officeart/2005/8/layout/hList6"/>
    <dgm:cxn modelId="{CF5ECB54-61DD-4116-959C-570A5AE4AC08}" type="presParOf" srcId="{EEA26075-E8A5-4578-9D75-43DCFA3FF3B9}" destId="{EE82815F-5414-444E-99A7-569D30D6A18D}" srcOrd="3" destOrd="0" presId="urn:microsoft.com/office/officeart/2005/8/layout/hList6"/>
    <dgm:cxn modelId="{668A21B0-CC60-4F44-8BB1-4B8427DD07AE}" type="presParOf" srcId="{EEA26075-E8A5-4578-9D75-43DCFA3FF3B9}" destId="{54CFAEA7-12ED-4608-8478-44FD7334B7C6}" srcOrd="4" destOrd="0" presId="urn:microsoft.com/office/officeart/2005/8/layout/hList6"/>
    <dgm:cxn modelId="{136D2FB9-5083-4239-A245-0795C7A5599E}" type="presParOf" srcId="{EEA26075-E8A5-4578-9D75-43DCFA3FF3B9}" destId="{018D41E8-0DA7-4CC4-97E1-97543ACD6810}" srcOrd="5" destOrd="0" presId="urn:microsoft.com/office/officeart/2005/8/layout/hList6"/>
    <dgm:cxn modelId="{8DFF0006-BB70-4EE9-9517-FDF962CFA3F2}" type="presParOf" srcId="{EEA26075-E8A5-4578-9D75-43DCFA3FF3B9}" destId="{1CEA4540-1AED-4A59-8732-1C81032F9064}"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390DAC4-DF28-4217-AD26-EB7823843983}"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US"/>
        </a:p>
      </dgm:t>
    </dgm:pt>
    <dgm:pt modelId="{66E94985-131C-43E8-BA0E-3C8EE12EB4C8}">
      <dgm:prSet phldrT="[Text]" phldr="1"/>
      <dgm:spPr/>
      <dgm:t>
        <a:bodyPr/>
        <a:lstStyle/>
        <a:p>
          <a:pPr>
            <a:defRPr b="1"/>
          </a:pPr>
          <a:endParaRPr lang="en-US" dirty="0"/>
        </a:p>
      </dgm:t>
    </dgm:pt>
    <dgm:pt modelId="{AEBF3B37-13B2-4AA1-9FF4-E91439B7A1B9}" type="parTrans" cxnId="{E22C4D4E-7142-440C-AFBD-0EBA7C524187}">
      <dgm:prSet/>
      <dgm:spPr/>
      <dgm:t>
        <a:bodyPr/>
        <a:lstStyle/>
        <a:p>
          <a:endParaRPr lang="en-US"/>
        </a:p>
      </dgm:t>
    </dgm:pt>
    <dgm:pt modelId="{27F42CAF-8D96-4563-A482-E96BF175809D}" type="sibTrans" cxnId="{E22C4D4E-7142-440C-AFBD-0EBA7C524187}">
      <dgm:prSet/>
      <dgm:spPr/>
      <dgm:t>
        <a:bodyPr/>
        <a:lstStyle/>
        <a:p>
          <a:endParaRPr lang="en-US"/>
        </a:p>
      </dgm:t>
    </dgm:pt>
    <dgm:pt modelId="{D83CC9F3-FFD4-48F3-B16C-6D229162B97D}">
      <dgm:prSet phldr="0"/>
      <dgm:spPr/>
      <dgm:t>
        <a:bodyPr/>
        <a:lstStyle/>
        <a:p>
          <a:pPr>
            <a:defRPr b="1"/>
          </a:pPr>
          <a:endParaRPr lang="en-US" b="0" dirty="0">
            <a:solidFill>
              <a:srgbClr val="A6841E"/>
            </a:solidFill>
            <a:latin typeface="Georgia Pro"/>
          </a:endParaRPr>
        </a:p>
      </dgm:t>
    </dgm:pt>
    <dgm:pt modelId="{B3FDC61A-5A6B-4871-9975-228A8AC29699}" type="parTrans" cxnId="{CDAAAA63-9807-46E0-8757-27E1CCD25B1E}">
      <dgm:prSet/>
      <dgm:spPr/>
    </dgm:pt>
    <dgm:pt modelId="{6241A3D0-779C-4F38-886E-A75F09B6F0CA}" type="sibTrans" cxnId="{CDAAAA63-9807-46E0-8757-27E1CCD25B1E}">
      <dgm:prSet/>
      <dgm:spPr/>
    </dgm:pt>
    <dgm:pt modelId="{BE5408AA-EA5E-4539-8016-DE290753F98C}" type="pres">
      <dgm:prSet presAssocID="{F390DAC4-DF28-4217-AD26-EB7823843983}" presName="root" presStyleCnt="0">
        <dgm:presLayoutVars>
          <dgm:chMax/>
          <dgm:chPref/>
          <dgm:animLvl val="lvl"/>
        </dgm:presLayoutVars>
      </dgm:prSet>
      <dgm:spPr/>
    </dgm:pt>
    <dgm:pt modelId="{915BF24A-B69F-4BC1-B96E-7D1934709FF0}" type="pres">
      <dgm:prSet presAssocID="{F390DAC4-DF28-4217-AD26-EB7823843983}" presName="divider" presStyleLbl="fgAccFollowNode1" presStyleIdx="0" presStyleCnt="1"/>
      <dgm:spPr>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gm:spPr>
    </dgm:pt>
    <dgm:pt modelId="{A306C8D6-7702-47BE-9640-62D17CABF842}" type="pres">
      <dgm:prSet presAssocID="{F390DAC4-DF28-4217-AD26-EB7823843983}" presName="nodes" presStyleCnt="0">
        <dgm:presLayoutVars>
          <dgm:chMax/>
          <dgm:chPref/>
          <dgm:animLvl val="lvl"/>
        </dgm:presLayoutVars>
      </dgm:prSet>
      <dgm:spPr/>
    </dgm:pt>
    <dgm:pt modelId="{A235CE59-3390-4A37-BF5A-C9AD6732FEBE}" type="pres">
      <dgm:prSet presAssocID="{D83CC9F3-FFD4-48F3-B16C-6D229162B97D}" presName="composite" presStyleCnt="0"/>
      <dgm:spPr/>
    </dgm:pt>
    <dgm:pt modelId="{C04B8C6C-FBBF-473B-99FA-4DB3D536F454}" type="pres">
      <dgm:prSet presAssocID="{D83CC9F3-FFD4-48F3-B16C-6D229162B97D}" presName="L1TextContainer" presStyleLbl="revTx" presStyleIdx="0" presStyleCnt="2">
        <dgm:presLayoutVars>
          <dgm:chMax val="1"/>
          <dgm:chPref val="1"/>
          <dgm:bulletEnabled val="1"/>
        </dgm:presLayoutVars>
      </dgm:prSet>
      <dgm:spPr/>
    </dgm:pt>
    <dgm:pt modelId="{83127A36-FC1C-4F55-8C9C-205200523110}" type="pres">
      <dgm:prSet presAssocID="{D83CC9F3-FFD4-48F3-B16C-6D229162B97D}" presName="L2TextContainerWrapper" presStyleCnt="0">
        <dgm:presLayoutVars>
          <dgm:chMax val="0"/>
          <dgm:chPref val="0"/>
          <dgm:bulletEnabled val="1"/>
        </dgm:presLayoutVars>
      </dgm:prSet>
      <dgm:spPr/>
    </dgm:pt>
    <dgm:pt modelId="{35E9D75D-EA8A-4CD6-B341-98CFA066D3B9}" type="pres">
      <dgm:prSet presAssocID="{D83CC9F3-FFD4-48F3-B16C-6D229162B97D}" presName="L2TextContainer" presStyleLbl="bgAcc1" presStyleIdx="0" presStyleCnt="2"/>
      <dgm:spPr/>
    </dgm:pt>
    <dgm:pt modelId="{2E9EAFC6-8DAA-40DA-B069-02A8C7A2C37C}" type="pres">
      <dgm:prSet presAssocID="{D83CC9F3-FFD4-48F3-B16C-6D229162B97D}" presName="FlexibleEmptyPlaceHolder" presStyleCnt="0"/>
      <dgm:spPr/>
    </dgm:pt>
    <dgm:pt modelId="{0130E68C-9677-4B46-973E-378C0049D3BD}" type="pres">
      <dgm:prSet presAssocID="{D83CC9F3-FFD4-48F3-B16C-6D229162B97D}" presName="ConnectLine" presStyleLbl="sibTrans1D1" presStyleIdx="0" presStyleCnt="2"/>
      <dgm:spPr>
        <a:noFill/>
        <a:ln w="6350" cap="flat" cmpd="sng" algn="ctr">
          <a:solidFill>
            <a:schemeClr val="accent1">
              <a:hueOff val="0"/>
              <a:satOff val="0"/>
              <a:lumOff val="0"/>
              <a:alphaOff val="0"/>
            </a:schemeClr>
          </a:solidFill>
          <a:prstDash val="dash"/>
          <a:miter lim="800000"/>
        </a:ln>
        <a:effectLst/>
      </dgm:spPr>
    </dgm:pt>
    <dgm:pt modelId="{0000388D-D456-48C6-B094-2053F524F63A}" type="pres">
      <dgm:prSet presAssocID="{D83CC9F3-FFD4-48F3-B16C-6D229162B97D}" presName="ConnectorPoint" presStyleLbl="alignNode1" presStyleIdx="0" presStyleCnt="2"/>
      <dgm:spPr/>
    </dgm:pt>
    <dgm:pt modelId="{BA84FDC2-358D-4158-8541-78530074689B}" type="pres">
      <dgm:prSet presAssocID="{D83CC9F3-FFD4-48F3-B16C-6D229162B97D}" presName="EmptyPlaceHolder" presStyleCnt="0"/>
      <dgm:spPr/>
    </dgm:pt>
    <dgm:pt modelId="{640BCA22-C518-41F0-B525-EC971F25808B}" type="pres">
      <dgm:prSet presAssocID="{6241A3D0-779C-4F38-886E-A75F09B6F0CA}" presName="spaceBetweenRectangles" presStyleCnt="0"/>
      <dgm:spPr/>
    </dgm:pt>
    <dgm:pt modelId="{2BED9D69-6447-4652-9153-34EE39F40605}" type="pres">
      <dgm:prSet presAssocID="{66E94985-131C-43E8-BA0E-3C8EE12EB4C8}" presName="composite" presStyleCnt="0"/>
      <dgm:spPr/>
    </dgm:pt>
    <dgm:pt modelId="{758AFB98-15A1-400F-BFF1-0905DFFACC9D}" type="pres">
      <dgm:prSet presAssocID="{66E94985-131C-43E8-BA0E-3C8EE12EB4C8}" presName="L1TextContainer" presStyleLbl="revTx" presStyleIdx="1" presStyleCnt="2">
        <dgm:presLayoutVars>
          <dgm:chMax val="1"/>
          <dgm:chPref val="1"/>
          <dgm:bulletEnabled val="1"/>
        </dgm:presLayoutVars>
      </dgm:prSet>
      <dgm:spPr/>
    </dgm:pt>
    <dgm:pt modelId="{1F437E2D-675F-490F-B8D9-45CC6E400754}" type="pres">
      <dgm:prSet presAssocID="{66E94985-131C-43E8-BA0E-3C8EE12EB4C8}" presName="L2TextContainerWrapper" presStyleCnt="0">
        <dgm:presLayoutVars>
          <dgm:chMax val="0"/>
          <dgm:chPref val="0"/>
          <dgm:bulletEnabled val="1"/>
        </dgm:presLayoutVars>
      </dgm:prSet>
      <dgm:spPr/>
    </dgm:pt>
    <dgm:pt modelId="{9B416768-5A13-45F8-AC93-F3973AF6BE35}" type="pres">
      <dgm:prSet presAssocID="{66E94985-131C-43E8-BA0E-3C8EE12EB4C8}" presName="L2TextContainer" presStyleLbl="bgAcc1" presStyleIdx="1" presStyleCnt="2"/>
      <dgm:spPr/>
    </dgm:pt>
    <dgm:pt modelId="{40BE179A-288C-4BC7-9BF4-293A2A9C7426}" type="pres">
      <dgm:prSet presAssocID="{66E94985-131C-43E8-BA0E-3C8EE12EB4C8}" presName="FlexibleEmptyPlaceHolder" presStyleCnt="0"/>
      <dgm:spPr/>
    </dgm:pt>
    <dgm:pt modelId="{985EA686-5EFF-4DC7-9233-03C6BFB72723}" type="pres">
      <dgm:prSet presAssocID="{66E94985-131C-43E8-BA0E-3C8EE12EB4C8}" presName="ConnectLine" presStyleLbl="sibTrans1D1" presStyleIdx="1" presStyleCnt="2"/>
      <dgm:spPr>
        <a:noFill/>
        <a:ln w="6350" cap="flat" cmpd="sng" algn="ctr">
          <a:solidFill>
            <a:schemeClr val="accent1">
              <a:hueOff val="0"/>
              <a:satOff val="0"/>
              <a:lumOff val="0"/>
              <a:alphaOff val="0"/>
            </a:schemeClr>
          </a:solidFill>
          <a:prstDash val="dash"/>
          <a:miter lim="800000"/>
        </a:ln>
        <a:effectLst/>
      </dgm:spPr>
    </dgm:pt>
    <dgm:pt modelId="{9FCEEC25-37AC-4800-B3B0-CB6E524E0D3C}" type="pres">
      <dgm:prSet presAssocID="{66E94985-131C-43E8-BA0E-3C8EE12EB4C8}" presName="ConnectorPoint" presStyleLbl="alignNode1" presStyleIdx="1" presStyleCnt="2"/>
      <dgm:spPr/>
    </dgm:pt>
    <dgm:pt modelId="{8E37AB85-1CCB-4BD3-AA7A-E13B51EDBA99}" type="pres">
      <dgm:prSet presAssocID="{66E94985-131C-43E8-BA0E-3C8EE12EB4C8}" presName="EmptyPlaceHolder" presStyleCnt="0"/>
      <dgm:spPr/>
    </dgm:pt>
  </dgm:ptLst>
  <dgm:cxnLst>
    <dgm:cxn modelId="{CDAAAA63-9807-46E0-8757-27E1CCD25B1E}" srcId="{F390DAC4-DF28-4217-AD26-EB7823843983}" destId="{D83CC9F3-FFD4-48F3-B16C-6D229162B97D}" srcOrd="0" destOrd="0" parTransId="{B3FDC61A-5A6B-4871-9975-228A8AC29699}" sibTransId="{6241A3D0-779C-4F38-886E-A75F09B6F0CA}"/>
    <dgm:cxn modelId="{E22C4D4E-7142-440C-AFBD-0EBA7C524187}" srcId="{F390DAC4-DF28-4217-AD26-EB7823843983}" destId="{66E94985-131C-43E8-BA0E-3C8EE12EB4C8}" srcOrd="1" destOrd="0" parTransId="{AEBF3B37-13B2-4AA1-9FF4-E91439B7A1B9}" sibTransId="{27F42CAF-8D96-4563-A482-E96BF175809D}"/>
    <dgm:cxn modelId="{6C689D57-9594-499D-A046-8EBA89BA43E4}" type="presOf" srcId="{D83CC9F3-FFD4-48F3-B16C-6D229162B97D}" destId="{C04B8C6C-FBBF-473B-99FA-4DB3D536F454}" srcOrd="0" destOrd="0" presId="urn:microsoft.com/office/officeart/2016/7/layout/BasicTimeline"/>
    <dgm:cxn modelId="{FB8D3978-AB45-405C-893D-6DC1CB98C383}" type="presOf" srcId="{F390DAC4-DF28-4217-AD26-EB7823843983}" destId="{BE5408AA-EA5E-4539-8016-DE290753F98C}" srcOrd="0" destOrd="0" presId="urn:microsoft.com/office/officeart/2016/7/layout/BasicTimeline"/>
    <dgm:cxn modelId="{93DC287D-76F7-4811-9701-69124713A727}" type="presOf" srcId="{66E94985-131C-43E8-BA0E-3C8EE12EB4C8}" destId="{758AFB98-15A1-400F-BFF1-0905DFFACC9D}" srcOrd="0" destOrd="0" presId="urn:microsoft.com/office/officeart/2016/7/layout/BasicTimeline"/>
    <dgm:cxn modelId="{C01DBD64-F35D-43AE-9F25-ADFC2A4CB99D}" type="presParOf" srcId="{BE5408AA-EA5E-4539-8016-DE290753F98C}" destId="{915BF24A-B69F-4BC1-B96E-7D1934709FF0}" srcOrd="0" destOrd="0" presId="urn:microsoft.com/office/officeart/2016/7/layout/BasicTimeline"/>
    <dgm:cxn modelId="{B3EB79DC-5830-4F52-A22A-DDC427D85EF3}" type="presParOf" srcId="{BE5408AA-EA5E-4539-8016-DE290753F98C}" destId="{A306C8D6-7702-47BE-9640-62D17CABF842}" srcOrd="1" destOrd="0" presId="urn:microsoft.com/office/officeart/2016/7/layout/BasicTimeline"/>
    <dgm:cxn modelId="{B126710F-09A5-49C8-97DE-7E6E7B25B21B}" type="presParOf" srcId="{A306C8D6-7702-47BE-9640-62D17CABF842}" destId="{A235CE59-3390-4A37-BF5A-C9AD6732FEBE}" srcOrd="0" destOrd="0" presId="urn:microsoft.com/office/officeart/2016/7/layout/BasicTimeline"/>
    <dgm:cxn modelId="{7ABFBFBA-1C70-4F5E-BE90-786019271AA8}" type="presParOf" srcId="{A235CE59-3390-4A37-BF5A-C9AD6732FEBE}" destId="{C04B8C6C-FBBF-473B-99FA-4DB3D536F454}" srcOrd="0" destOrd="0" presId="urn:microsoft.com/office/officeart/2016/7/layout/BasicTimeline"/>
    <dgm:cxn modelId="{87EBC819-632A-41FA-833A-6ADBCB86A5FD}" type="presParOf" srcId="{A235CE59-3390-4A37-BF5A-C9AD6732FEBE}" destId="{83127A36-FC1C-4F55-8C9C-205200523110}" srcOrd="1" destOrd="0" presId="urn:microsoft.com/office/officeart/2016/7/layout/BasicTimeline"/>
    <dgm:cxn modelId="{D21A6274-F09A-4F7A-AAFF-58DCD05F75FC}" type="presParOf" srcId="{83127A36-FC1C-4F55-8C9C-205200523110}" destId="{35E9D75D-EA8A-4CD6-B341-98CFA066D3B9}" srcOrd="0" destOrd="0" presId="urn:microsoft.com/office/officeart/2016/7/layout/BasicTimeline"/>
    <dgm:cxn modelId="{679F8241-E84B-4CC6-8646-3F5F9A424D4C}" type="presParOf" srcId="{83127A36-FC1C-4F55-8C9C-205200523110}" destId="{2E9EAFC6-8DAA-40DA-B069-02A8C7A2C37C}" srcOrd="1" destOrd="0" presId="urn:microsoft.com/office/officeart/2016/7/layout/BasicTimeline"/>
    <dgm:cxn modelId="{7D6B46AA-27B9-402D-B499-5B29E4B9E51D}" type="presParOf" srcId="{A235CE59-3390-4A37-BF5A-C9AD6732FEBE}" destId="{0130E68C-9677-4B46-973E-378C0049D3BD}" srcOrd="2" destOrd="0" presId="urn:microsoft.com/office/officeart/2016/7/layout/BasicTimeline"/>
    <dgm:cxn modelId="{BF4B71E7-CC90-477D-BDD8-5EE240E87926}" type="presParOf" srcId="{A235CE59-3390-4A37-BF5A-C9AD6732FEBE}" destId="{0000388D-D456-48C6-B094-2053F524F63A}" srcOrd="3" destOrd="0" presId="urn:microsoft.com/office/officeart/2016/7/layout/BasicTimeline"/>
    <dgm:cxn modelId="{58824029-0C69-4B23-8B11-DA56F7F233E8}" type="presParOf" srcId="{A235CE59-3390-4A37-BF5A-C9AD6732FEBE}" destId="{BA84FDC2-358D-4158-8541-78530074689B}" srcOrd="4" destOrd="0" presId="urn:microsoft.com/office/officeart/2016/7/layout/BasicTimeline"/>
    <dgm:cxn modelId="{7CD49904-61C0-4213-9FB9-F54759D5D757}" type="presParOf" srcId="{A306C8D6-7702-47BE-9640-62D17CABF842}" destId="{640BCA22-C518-41F0-B525-EC971F25808B}" srcOrd="1" destOrd="0" presId="urn:microsoft.com/office/officeart/2016/7/layout/BasicTimeline"/>
    <dgm:cxn modelId="{3E901E42-51A5-4463-BCFD-1D2CA19E5FCC}" type="presParOf" srcId="{A306C8D6-7702-47BE-9640-62D17CABF842}" destId="{2BED9D69-6447-4652-9153-34EE39F40605}" srcOrd="2" destOrd="0" presId="urn:microsoft.com/office/officeart/2016/7/layout/BasicTimeline"/>
    <dgm:cxn modelId="{F5416BBA-2949-4D14-AD3A-A4E93F994DA2}" type="presParOf" srcId="{2BED9D69-6447-4652-9153-34EE39F40605}" destId="{758AFB98-15A1-400F-BFF1-0905DFFACC9D}" srcOrd="0" destOrd="0" presId="urn:microsoft.com/office/officeart/2016/7/layout/BasicTimeline"/>
    <dgm:cxn modelId="{AB083B78-D33E-4596-8640-5B768DD85668}" type="presParOf" srcId="{2BED9D69-6447-4652-9153-34EE39F40605}" destId="{1F437E2D-675F-490F-B8D9-45CC6E400754}" srcOrd="1" destOrd="0" presId="urn:microsoft.com/office/officeart/2016/7/layout/BasicTimeline"/>
    <dgm:cxn modelId="{239D0BBF-9ECA-45C0-8327-A376A501AF4F}" type="presParOf" srcId="{1F437E2D-675F-490F-B8D9-45CC6E400754}" destId="{9B416768-5A13-45F8-AC93-F3973AF6BE35}" srcOrd="0" destOrd="0" presId="urn:microsoft.com/office/officeart/2016/7/layout/BasicTimeline"/>
    <dgm:cxn modelId="{54E20238-8032-4DC3-A240-406D62039E9A}" type="presParOf" srcId="{1F437E2D-675F-490F-B8D9-45CC6E400754}" destId="{40BE179A-288C-4BC7-9BF4-293A2A9C7426}" srcOrd="1" destOrd="0" presId="urn:microsoft.com/office/officeart/2016/7/layout/BasicTimeline"/>
    <dgm:cxn modelId="{4DA28BC0-B078-4068-ADAE-105D23D95CC1}" type="presParOf" srcId="{2BED9D69-6447-4652-9153-34EE39F40605}" destId="{985EA686-5EFF-4DC7-9233-03C6BFB72723}" srcOrd="2" destOrd="0" presId="urn:microsoft.com/office/officeart/2016/7/layout/BasicTimeline"/>
    <dgm:cxn modelId="{126004D8-53F7-4365-AD1C-066D7E76C338}" type="presParOf" srcId="{2BED9D69-6447-4652-9153-34EE39F40605}" destId="{9FCEEC25-37AC-4800-B3B0-CB6E524E0D3C}" srcOrd="3" destOrd="0" presId="urn:microsoft.com/office/officeart/2016/7/layout/BasicTimeline"/>
    <dgm:cxn modelId="{C76954EE-7320-4640-98D0-42E508F16485}" type="presParOf" srcId="{2BED9D69-6447-4652-9153-34EE39F40605}" destId="{8E37AB85-1CCB-4BD3-AA7A-E13B51EDBA99}"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E65CC30-4ADE-432A-A8EB-D07B2E4D9EF9}" type="doc">
      <dgm:prSet loTypeId="urn:microsoft.com/office/officeart/2005/8/layout/default" loCatId="list" qsTypeId="urn:microsoft.com/office/officeart/2005/8/quickstyle/3d4" qsCatId="3D" csTypeId="urn:microsoft.com/office/officeart/2005/8/colors/accent0_3" csCatId="mainScheme" phldr="1"/>
      <dgm:spPr/>
      <dgm:t>
        <a:bodyPr/>
        <a:lstStyle/>
        <a:p>
          <a:endParaRPr lang="en-US"/>
        </a:p>
      </dgm:t>
    </dgm:pt>
    <dgm:pt modelId="{75CE7885-B18A-4FA3-AA4F-B8DC6C438579}">
      <dgm:prSet phldrT="[Text]" phldr="0"/>
      <dgm:spPr/>
      <dgm:t>
        <a:bodyPr/>
        <a:lstStyle/>
        <a:p>
          <a:pPr algn="l">
            <a:lnSpc>
              <a:spcPct val="120000"/>
            </a:lnSpc>
          </a:pPr>
          <a:r>
            <a:rPr lang="en-US" dirty="0">
              <a:solidFill>
                <a:srgbClr val="A6841E"/>
              </a:solidFill>
              <a:latin typeface="Calibri"/>
              <a:ea typeface="Calibri"/>
              <a:cs typeface="Calibri"/>
            </a:rPr>
            <a:t>Until we reform the system, no woman is safe, not in the courtroom, not in her home, and not even in the river</a:t>
          </a:r>
          <a:endParaRPr lang="en-US" dirty="0">
            <a:solidFill>
              <a:srgbClr val="A6841E"/>
            </a:solidFill>
          </a:endParaRPr>
        </a:p>
      </dgm:t>
    </dgm:pt>
    <dgm:pt modelId="{7AB2334C-7C3E-423F-85A9-B02B08D07F66}" type="parTrans" cxnId="{04A7EA67-1D30-46F8-9C8D-081FBADCDCCE}">
      <dgm:prSet/>
      <dgm:spPr/>
      <dgm:t>
        <a:bodyPr/>
        <a:lstStyle/>
        <a:p>
          <a:endParaRPr lang="en-US"/>
        </a:p>
      </dgm:t>
    </dgm:pt>
    <dgm:pt modelId="{6BF9488D-4DFA-4787-80B5-6917F8B892CC}" type="sibTrans" cxnId="{04A7EA67-1D30-46F8-9C8D-081FBADCDCCE}">
      <dgm:prSet/>
      <dgm:spPr/>
      <dgm:t>
        <a:bodyPr/>
        <a:lstStyle/>
        <a:p>
          <a:endParaRPr lang="en-US"/>
        </a:p>
      </dgm:t>
    </dgm:pt>
    <dgm:pt modelId="{98B4B9F2-4238-4AA7-ABDC-956970F8EC03}">
      <dgm:prSet phldr="0"/>
      <dgm:spPr/>
      <dgm:t>
        <a:bodyPr/>
        <a:lstStyle/>
        <a:p>
          <a:pPr algn="l" rtl="0">
            <a:lnSpc>
              <a:spcPct val="120000"/>
            </a:lnSpc>
          </a:pPr>
          <a:r>
            <a:rPr lang="en-US" dirty="0">
              <a:solidFill>
                <a:srgbClr val="A6841E"/>
              </a:solidFill>
              <a:latin typeface="Calibri"/>
              <a:ea typeface="Calibri"/>
              <a:cs typeface="Calibri"/>
            </a:rPr>
            <a:t>Saba fought not just attackers but</a:t>
          </a:r>
        </a:p>
      </dgm:t>
    </dgm:pt>
    <dgm:pt modelId="{B790739B-1A6E-4C0C-9892-467D435F2CA2}" type="parTrans" cxnId="{AE8E7816-30B5-42F8-ACC4-0003C353165B}">
      <dgm:prSet/>
      <dgm:spPr/>
    </dgm:pt>
    <dgm:pt modelId="{4116420C-6716-4C98-8A1B-F57D1C99DECC}" type="sibTrans" cxnId="{AE8E7816-30B5-42F8-ACC4-0003C353165B}">
      <dgm:prSet/>
      <dgm:spPr/>
    </dgm:pt>
    <dgm:pt modelId="{259DEB3F-1968-4722-BF56-6A1E25F03FB4}">
      <dgm:prSet phldr="0"/>
      <dgm:spPr/>
      <dgm:t>
        <a:bodyPr/>
        <a:lstStyle/>
        <a:p>
          <a:pPr algn="l">
            <a:lnSpc>
              <a:spcPct val="120000"/>
            </a:lnSpc>
          </a:pPr>
          <a:r>
            <a:rPr lang="en-US" dirty="0">
              <a:solidFill>
                <a:srgbClr val="A6841E"/>
              </a:solidFill>
              <a:latin typeface="Calibri"/>
              <a:ea typeface="Calibri"/>
              <a:cs typeface="Calibri"/>
            </a:rPr>
            <a:t>A flawed justice system</a:t>
          </a:r>
        </a:p>
      </dgm:t>
    </dgm:pt>
    <dgm:pt modelId="{AC967EEF-016F-48F4-A8A4-E8EE042DEB14}" type="parTrans" cxnId="{4BC13531-4810-4540-A9D4-8629303E60F0}">
      <dgm:prSet/>
      <dgm:spPr/>
    </dgm:pt>
    <dgm:pt modelId="{735A8AB8-370E-4F48-BD83-2A5E843E192D}" type="sibTrans" cxnId="{4BC13531-4810-4540-A9D4-8629303E60F0}">
      <dgm:prSet/>
      <dgm:spPr/>
    </dgm:pt>
    <dgm:pt modelId="{633DCEF5-F20F-47EF-B523-4A09631C9074}">
      <dgm:prSet phldr="0"/>
      <dgm:spPr/>
      <dgm:t>
        <a:bodyPr/>
        <a:lstStyle/>
        <a:p>
          <a:pPr algn="l">
            <a:lnSpc>
              <a:spcPct val="120000"/>
            </a:lnSpc>
          </a:pPr>
          <a:r>
            <a:rPr lang="en-US" dirty="0">
              <a:solidFill>
                <a:srgbClr val="A6841E"/>
              </a:solidFill>
              <a:latin typeface="Calibri"/>
              <a:ea typeface="Calibri"/>
              <a:cs typeface="Calibri"/>
            </a:rPr>
            <a:t>A silencing society</a:t>
          </a:r>
        </a:p>
      </dgm:t>
    </dgm:pt>
    <dgm:pt modelId="{3F780766-D6BD-402A-9A33-65EE254E0A0E}" type="parTrans" cxnId="{807CA202-B228-44CE-99E5-C5CA23EE4E7B}">
      <dgm:prSet/>
      <dgm:spPr/>
    </dgm:pt>
    <dgm:pt modelId="{D9E72D57-342F-4D18-BF47-306320DA5D5D}" type="sibTrans" cxnId="{807CA202-B228-44CE-99E5-C5CA23EE4E7B}">
      <dgm:prSet/>
      <dgm:spPr/>
    </dgm:pt>
    <dgm:pt modelId="{94E4CAA1-CAC7-4DD2-A8A8-07F1C8498C27}">
      <dgm:prSet phldr="0"/>
      <dgm:spPr/>
      <dgm:t>
        <a:bodyPr/>
        <a:lstStyle/>
        <a:p>
          <a:pPr algn="l">
            <a:lnSpc>
              <a:spcPct val="120000"/>
            </a:lnSpc>
          </a:pPr>
          <a:r>
            <a:rPr lang="en-US" dirty="0">
              <a:solidFill>
                <a:srgbClr val="A6841E"/>
              </a:solidFill>
              <a:latin typeface="Calibri"/>
              <a:ea typeface="Calibri"/>
              <a:cs typeface="Calibri"/>
            </a:rPr>
            <a:t>A family prioritizing shame over love</a:t>
          </a:r>
        </a:p>
      </dgm:t>
    </dgm:pt>
    <dgm:pt modelId="{52E685D7-2FBB-4B58-A71F-95072833CBC0}" type="parTrans" cxnId="{13F7C564-E2E6-405A-987C-B9A1CD00CC50}">
      <dgm:prSet/>
      <dgm:spPr/>
    </dgm:pt>
    <dgm:pt modelId="{D243392D-4F1E-4B9A-BD9F-85F036DBFE49}" type="sibTrans" cxnId="{13F7C564-E2E6-405A-987C-B9A1CD00CC50}">
      <dgm:prSet/>
      <dgm:spPr/>
    </dgm:pt>
    <dgm:pt modelId="{B327A3AD-83E9-4B3D-8CD3-4CB937B25F33}" type="pres">
      <dgm:prSet presAssocID="{EE65CC30-4ADE-432A-A8EB-D07B2E4D9EF9}" presName="diagram" presStyleCnt="0">
        <dgm:presLayoutVars>
          <dgm:dir/>
          <dgm:resizeHandles val="exact"/>
        </dgm:presLayoutVars>
      </dgm:prSet>
      <dgm:spPr/>
    </dgm:pt>
    <dgm:pt modelId="{48B7AD54-91A8-420B-B218-0C42A9D34408}" type="pres">
      <dgm:prSet presAssocID="{98B4B9F2-4238-4AA7-ABDC-956970F8EC03}" presName="node" presStyleLbl="node1" presStyleIdx="0" presStyleCnt="5">
        <dgm:presLayoutVars>
          <dgm:bulletEnabled val="1"/>
        </dgm:presLayoutVars>
      </dgm:prSet>
      <dgm:spPr/>
    </dgm:pt>
    <dgm:pt modelId="{A64333D5-ABDD-490E-83F6-2F666039BAF1}" type="pres">
      <dgm:prSet presAssocID="{4116420C-6716-4C98-8A1B-F57D1C99DECC}" presName="sibTrans" presStyleCnt="0"/>
      <dgm:spPr/>
    </dgm:pt>
    <dgm:pt modelId="{247FDA92-5C52-4F76-90B3-D280ED3DC2D3}" type="pres">
      <dgm:prSet presAssocID="{259DEB3F-1968-4722-BF56-6A1E25F03FB4}" presName="node" presStyleLbl="node1" presStyleIdx="1" presStyleCnt="5">
        <dgm:presLayoutVars>
          <dgm:bulletEnabled val="1"/>
        </dgm:presLayoutVars>
      </dgm:prSet>
      <dgm:spPr/>
    </dgm:pt>
    <dgm:pt modelId="{3C93635A-A462-449B-8DA2-6ADFF1657AF7}" type="pres">
      <dgm:prSet presAssocID="{735A8AB8-370E-4F48-BD83-2A5E843E192D}" presName="sibTrans" presStyleCnt="0"/>
      <dgm:spPr/>
    </dgm:pt>
    <dgm:pt modelId="{8169D043-AB4B-49FC-B027-0DC99BBDA57C}" type="pres">
      <dgm:prSet presAssocID="{633DCEF5-F20F-47EF-B523-4A09631C9074}" presName="node" presStyleLbl="node1" presStyleIdx="2" presStyleCnt="5">
        <dgm:presLayoutVars>
          <dgm:bulletEnabled val="1"/>
        </dgm:presLayoutVars>
      </dgm:prSet>
      <dgm:spPr/>
    </dgm:pt>
    <dgm:pt modelId="{30E5264C-E68A-465F-8E1E-290C28109CE0}" type="pres">
      <dgm:prSet presAssocID="{D9E72D57-342F-4D18-BF47-306320DA5D5D}" presName="sibTrans" presStyleCnt="0"/>
      <dgm:spPr/>
    </dgm:pt>
    <dgm:pt modelId="{B008BBF5-FABC-403B-9D15-37794F3FB6FA}" type="pres">
      <dgm:prSet presAssocID="{94E4CAA1-CAC7-4DD2-A8A8-07F1C8498C27}" presName="node" presStyleLbl="node1" presStyleIdx="3" presStyleCnt="5">
        <dgm:presLayoutVars>
          <dgm:bulletEnabled val="1"/>
        </dgm:presLayoutVars>
      </dgm:prSet>
      <dgm:spPr/>
    </dgm:pt>
    <dgm:pt modelId="{E8535692-A18D-43BA-AC5D-040FB71A0CE2}" type="pres">
      <dgm:prSet presAssocID="{D243392D-4F1E-4B9A-BD9F-85F036DBFE49}" presName="sibTrans" presStyleCnt="0"/>
      <dgm:spPr/>
    </dgm:pt>
    <dgm:pt modelId="{0CC08829-17D2-4D89-A403-E6D951F0D93A}" type="pres">
      <dgm:prSet presAssocID="{75CE7885-B18A-4FA3-AA4F-B8DC6C438579}" presName="node" presStyleLbl="node1" presStyleIdx="4" presStyleCnt="5">
        <dgm:presLayoutVars>
          <dgm:bulletEnabled val="1"/>
        </dgm:presLayoutVars>
      </dgm:prSet>
      <dgm:spPr/>
    </dgm:pt>
  </dgm:ptLst>
  <dgm:cxnLst>
    <dgm:cxn modelId="{807CA202-B228-44CE-99E5-C5CA23EE4E7B}" srcId="{EE65CC30-4ADE-432A-A8EB-D07B2E4D9EF9}" destId="{633DCEF5-F20F-47EF-B523-4A09631C9074}" srcOrd="2" destOrd="0" parTransId="{3F780766-D6BD-402A-9A33-65EE254E0A0E}" sibTransId="{D9E72D57-342F-4D18-BF47-306320DA5D5D}"/>
    <dgm:cxn modelId="{AE8E7816-30B5-42F8-ACC4-0003C353165B}" srcId="{EE65CC30-4ADE-432A-A8EB-D07B2E4D9EF9}" destId="{98B4B9F2-4238-4AA7-ABDC-956970F8EC03}" srcOrd="0" destOrd="0" parTransId="{B790739B-1A6E-4C0C-9892-467D435F2CA2}" sibTransId="{4116420C-6716-4C98-8A1B-F57D1C99DECC}"/>
    <dgm:cxn modelId="{4BC13531-4810-4540-A9D4-8629303E60F0}" srcId="{EE65CC30-4ADE-432A-A8EB-D07B2E4D9EF9}" destId="{259DEB3F-1968-4722-BF56-6A1E25F03FB4}" srcOrd="1" destOrd="0" parTransId="{AC967EEF-016F-48F4-A8A4-E8EE042DEB14}" sibTransId="{735A8AB8-370E-4F48-BD83-2A5E843E192D}"/>
    <dgm:cxn modelId="{13F7C564-E2E6-405A-987C-B9A1CD00CC50}" srcId="{EE65CC30-4ADE-432A-A8EB-D07B2E4D9EF9}" destId="{94E4CAA1-CAC7-4DD2-A8A8-07F1C8498C27}" srcOrd="3" destOrd="0" parTransId="{52E685D7-2FBB-4B58-A71F-95072833CBC0}" sibTransId="{D243392D-4F1E-4B9A-BD9F-85F036DBFE49}"/>
    <dgm:cxn modelId="{04A7EA67-1D30-46F8-9C8D-081FBADCDCCE}" srcId="{EE65CC30-4ADE-432A-A8EB-D07B2E4D9EF9}" destId="{75CE7885-B18A-4FA3-AA4F-B8DC6C438579}" srcOrd="4" destOrd="0" parTransId="{7AB2334C-7C3E-423F-85A9-B02B08D07F66}" sibTransId="{6BF9488D-4DFA-4787-80B5-6917F8B892CC}"/>
    <dgm:cxn modelId="{7FB2B76E-62C3-44CE-9655-21B0C40C38EB}" type="presOf" srcId="{259DEB3F-1968-4722-BF56-6A1E25F03FB4}" destId="{247FDA92-5C52-4F76-90B3-D280ED3DC2D3}" srcOrd="0" destOrd="0" presId="urn:microsoft.com/office/officeart/2005/8/layout/default"/>
    <dgm:cxn modelId="{CD806877-34C4-4C35-87B7-7FDDBDB8FBEC}" type="presOf" srcId="{98B4B9F2-4238-4AA7-ABDC-956970F8EC03}" destId="{48B7AD54-91A8-420B-B218-0C42A9D34408}" srcOrd="0" destOrd="0" presId="urn:microsoft.com/office/officeart/2005/8/layout/default"/>
    <dgm:cxn modelId="{178C587B-D660-4D9A-B563-8F4946AD53DC}" type="presOf" srcId="{EE65CC30-4ADE-432A-A8EB-D07B2E4D9EF9}" destId="{B327A3AD-83E9-4B3D-8CD3-4CB937B25F33}" srcOrd="0" destOrd="0" presId="urn:microsoft.com/office/officeart/2005/8/layout/default"/>
    <dgm:cxn modelId="{F1877F91-D558-4DF1-8A83-D8EC0AFACA96}" type="presOf" srcId="{633DCEF5-F20F-47EF-B523-4A09631C9074}" destId="{8169D043-AB4B-49FC-B027-0DC99BBDA57C}" srcOrd="0" destOrd="0" presId="urn:microsoft.com/office/officeart/2005/8/layout/default"/>
    <dgm:cxn modelId="{37CF15CD-B648-493B-B00A-0B3F1302B5E4}" type="presOf" srcId="{75CE7885-B18A-4FA3-AA4F-B8DC6C438579}" destId="{0CC08829-17D2-4D89-A403-E6D951F0D93A}" srcOrd="0" destOrd="0" presId="urn:microsoft.com/office/officeart/2005/8/layout/default"/>
    <dgm:cxn modelId="{091F83FA-C813-4AD3-9C8D-FE832F4E25D9}" type="presOf" srcId="{94E4CAA1-CAC7-4DD2-A8A8-07F1C8498C27}" destId="{B008BBF5-FABC-403B-9D15-37794F3FB6FA}" srcOrd="0" destOrd="0" presId="urn:microsoft.com/office/officeart/2005/8/layout/default"/>
    <dgm:cxn modelId="{A566CEED-1BF6-4751-9735-287E14FA30C0}" type="presParOf" srcId="{B327A3AD-83E9-4B3D-8CD3-4CB937B25F33}" destId="{48B7AD54-91A8-420B-B218-0C42A9D34408}" srcOrd="0" destOrd="0" presId="urn:microsoft.com/office/officeart/2005/8/layout/default"/>
    <dgm:cxn modelId="{9F773E18-A35C-4DCE-831D-726893445969}" type="presParOf" srcId="{B327A3AD-83E9-4B3D-8CD3-4CB937B25F33}" destId="{A64333D5-ABDD-490E-83F6-2F666039BAF1}" srcOrd="1" destOrd="0" presId="urn:microsoft.com/office/officeart/2005/8/layout/default"/>
    <dgm:cxn modelId="{80634817-9B17-45D1-98D7-8071C86BF5E4}" type="presParOf" srcId="{B327A3AD-83E9-4B3D-8CD3-4CB937B25F33}" destId="{247FDA92-5C52-4F76-90B3-D280ED3DC2D3}" srcOrd="2" destOrd="0" presId="urn:microsoft.com/office/officeart/2005/8/layout/default"/>
    <dgm:cxn modelId="{A5434A94-E2B1-4CDE-B435-0F669D0C239F}" type="presParOf" srcId="{B327A3AD-83E9-4B3D-8CD3-4CB937B25F33}" destId="{3C93635A-A462-449B-8DA2-6ADFF1657AF7}" srcOrd="3" destOrd="0" presId="urn:microsoft.com/office/officeart/2005/8/layout/default"/>
    <dgm:cxn modelId="{4E692D77-9439-4A33-AA21-2E214EF1E8B2}" type="presParOf" srcId="{B327A3AD-83E9-4B3D-8CD3-4CB937B25F33}" destId="{8169D043-AB4B-49FC-B027-0DC99BBDA57C}" srcOrd="4" destOrd="0" presId="urn:microsoft.com/office/officeart/2005/8/layout/default"/>
    <dgm:cxn modelId="{423128F3-1D42-4CBE-BE50-7ECD4450656A}" type="presParOf" srcId="{B327A3AD-83E9-4B3D-8CD3-4CB937B25F33}" destId="{30E5264C-E68A-465F-8E1E-290C28109CE0}" srcOrd="5" destOrd="0" presId="urn:microsoft.com/office/officeart/2005/8/layout/default"/>
    <dgm:cxn modelId="{2B625D64-0413-4C2D-84D7-0FCBC7B74AF5}" type="presParOf" srcId="{B327A3AD-83E9-4B3D-8CD3-4CB937B25F33}" destId="{B008BBF5-FABC-403B-9D15-37794F3FB6FA}" srcOrd="6" destOrd="0" presId="urn:microsoft.com/office/officeart/2005/8/layout/default"/>
    <dgm:cxn modelId="{607F989E-3A13-45E0-9CFB-0D7A82E584C8}" type="presParOf" srcId="{B327A3AD-83E9-4B3D-8CD3-4CB937B25F33}" destId="{E8535692-A18D-43BA-AC5D-040FB71A0CE2}" srcOrd="7" destOrd="0" presId="urn:microsoft.com/office/officeart/2005/8/layout/default"/>
    <dgm:cxn modelId="{169C986E-EFCA-4368-9655-9705379B0D1F}" type="presParOf" srcId="{B327A3AD-83E9-4B3D-8CD3-4CB937B25F33}" destId="{0CC08829-17D2-4D89-A403-E6D951F0D93A}" srcOrd="8"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31D007-C442-4971-90EC-109D9B341618}">
      <dsp:nvSpPr>
        <dsp:cNvPr id="0" name=""/>
        <dsp:cNvSpPr/>
      </dsp:nvSpPr>
      <dsp:spPr>
        <a:xfrm>
          <a:off x="511100" y="1445"/>
          <a:ext cx="2947233" cy="1768339"/>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rtl="0">
            <a:lnSpc>
              <a:spcPct val="90000"/>
            </a:lnSpc>
            <a:spcBef>
              <a:spcPct val="0"/>
            </a:spcBef>
            <a:spcAft>
              <a:spcPct val="35000"/>
            </a:spcAft>
            <a:buNone/>
          </a:pPr>
          <a:r>
            <a:rPr lang="en-US" sz="5900" kern="1200" dirty="0">
              <a:solidFill>
                <a:srgbClr val="A6841E"/>
              </a:solidFill>
              <a:latin typeface="Aptos Display"/>
            </a:rPr>
            <a:t>Moiz</a:t>
          </a:r>
        </a:p>
      </dsp:txBody>
      <dsp:txXfrm>
        <a:off x="511100" y="1445"/>
        <a:ext cx="2947233" cy="1768339"/>
      </dsp:txXfrm>
    </dsp:sp>
    <dsp:sp modelId="{0F55FB29-7B32-4E8A-A1BE-E25A86CD43B6}">
      <dsp:nvSpPr>
        <dsp:cNvPr id="0" name=""/>
        <dsp:cNvSpPr/>
      </dsp:nvSpPr>
      <dsp:spPr>
        <a:xfrm>
          <a:off x="3753056" y="1445"/>
          <a:ext cx="2947233" cy="1768339"/>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r>
            <a:rPr lang="en-US" sz="5900" kern="1200" dirty="0">
              <a:solidFill>
                <a:srgbClr val="A6841E"/>
              </a:solidFill>
              <a:latin typeface="Aptos Display"/>
            </a:rPr>
            <a:t>Noman</a:t>
          </a:r>
        </a:p>
      </dsp:txBody>
      <dsp:txXfrm>
        <a:off x="3753056" y="1445"/>
        <a:ext cx="2947233" cy="1768339"/>
      </dsp:txXfrm>
    </dsp:sp>
    <dsp:sp modelId="{F0B07396-0D30-43A4-B2A4-323BA796A2BE}">
      <dsp:nvSpPr>
        <dsp:cNvPr id="0" name=""/>
        <dsp:cNvSpPr/>
      </dsp:nvSpPr>
      <dsp:spPr>
        <a:xfrm>
          <a:off x="511100" y="2064508"/>
          <a:ext cx="2947233" cy="1768339"/>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r>
            <a:rPr lang="en-US" sz="5900" kern="1200" dirty="0">
              <a:solidFill>
                <a:srgbClr val="A6841E"/>
              </a:solidFill>
              <a:latin typeface="Aptos Display"/>
            </a:rPr>
            <a:t>Sharjeel</a:t>
          </a:r>
        </a:p>
      </dsp:txBody>
      <dsp:txXfrm>
        <a:off x="511100" y="2064508"/>
        <a:ext cx="2947233" cy="1768339"/>
      </dsp:txXfrm>
    </dsp:sp>
    <dsp:sp modelId="{B6CE7E2B-2D5D-461E-832F-3451C8025D03}">
      <dsp:nvSpPr>
        <dsp:cNvPr id="0" name=""/>
        <dsp:cNvSpPr/>
      </dsp:nvSpPr>
      <dsp:spPr>
        <a:xfrm>
          <a:off x="3753056" y="2064508"/>
          <a:ext cx="2947233" cy="1768339"/>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r>
            <a:rPr lang="en-US" sz="5900" kern="1200" dirty="0">
              <a:solidFill>
                <a:srgbClr val="A6841E"/>
              </a:solidFill>
              <a:latin typeface="Aptos Display"/>
            </a:rPr>
            <a:t>Zain</a:t>
          </a:r>
          <a:endParaRPr lang="en-US" sz="5900" kern="1200" dirty="0">
            <a:solidFill>
              <a:srgbClr val="A6841E"/>
            </a:solidFill>
          </a:endParaRPr>
        </a:p>
      </dsp:txBody>
      <dsp:txXfrm>
        <a:off x="3753056" y="2064508"/>
        <a:ext cx="2947233" cy="17683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DA6D76-D3C6-4F86-88A9-BD7DFCCEF72C}">
      <dsp:nvSpPr>
        <dsp:cNvPr id="0" name=""/>
        <dsp:cNvSpPr/>
      </dsp:nvSpPr>
      <dsp:spPr>
        <a:xfrm>
          <a:off x="224318" y="1146"/>
          <a:ext cx="39517" cy="39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4318" y="1146"/>
        <a:ext cx="39517" cy="39517"/>
      </dsp:txXfrm>
    </dsp:sp>
    <dsp:sp modelId="{6AE5DCDA-CC14-4616-A89A-B67E47743A0A}">
      <dsp:nvSpPr>
        <dsp:cNvPr id="0" name=""/>
        <dsp:cNvSpPr/>
      </dsp:nvSpPr>
      <dsp:spPr>
        <a:xfrm>
          <a:off x="131272" y="-7"/>
          <a:ext cx="148271" cy="148271"/>
        </a:xfrm>
        <a:prstGeom prst="circularArrow">
          <a:avLst>
            <a:gd name="adj1" fmla="val 5197"/>
            <a:gd name="adj2" fmla="val 335692"/>
            <a:gd name="adj3" fmla="val 21294144"/>
            <a:gd name="adj4" fmla="val 19765449"/>
            <a:gd name="adj5" fmla="val 606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E824B5-D43D-4ABE-8FB2-24D4EA125A58}">
      <dsp:nvSpPr>
        <dsp:cNvPr id="0" name=""/>
        <dsp:cNvSpPr/>
      </dsp:nvSpPr>
      <dsp:spPr>
        <a:xfrm>
          <a:off x="248217" y="74699"/>
          <a:ext cx="39517" cy="39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217" y="74699"/>
        <a:ext cx="39517" cy="39517"/>
      </dsp:txXfrm>
    </dsp:sp>
    <dsp:sp modelId="{987EB7C7-1B58-4C8C-AFC0-EA2EF6688E91}">
      <dsp:nvSpPr>
        <dsp:cNvPr id="0" name=""/>
        <dsp:cNvSpPr/>
      </dsp:nvSpPr>
      <dsp:spPr>
        <a:xfrm>
          <a:off x="131272" y="-7"/>
          <a:ext cx="148271" cy="148271"/>
        </a:xfrm>
        <a:prstGeom prst="circularArrow">
          <a:avLst>
            <a:gd name="adj1" fmla="val 5197"/>
            <a:gd name="adj2" fmla="val 335692"/>
            <a:gd name="adj3" fmla="val 4015633"/>
            <a:gd name="adj4" fmla="val 2252574"/>
            <a:gd name="adj5" fmla="val 606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4EFE5B-A27A-41D5-90A6-AC63165DC1DD}">
      <dsp:nvSpPr>
        <dsp:cNvPr id="0" name=""/>
        <dsp:cNvSpPr/>
      </dsp:nvSpPr>
      <dsp:spPr>
        <a:xfrm>
          <a:off x="185649" y="120157"/>
          <a:ext cx="39517" cy="39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649" y="120157"/>
        <a:ext cx="39517" cy="39517"/>
      </dsp:txXfrm>
    </dsp:sp>
    <dsp:sp modelId="{77F350F6-3113-40E0-95EE-B5156A5F833E}">
      <dsp:nvSpPr>
        <dsp:cNvPr id="0" name=""/>
        <dsp:cNvSpPr/>
      </dsp:nvSpPr>
      <dsp:spPr>
        <a:xfrm>
          <a:off x="131272" y="-7"/>
          <a:ext cx="148271" cy="148271"/>
        </a:xfrm>
        <a:prstGeom prst="circularArrow">
          <a:avLst>
            <a:gd name="adj1" fmla="val 5197"/>
            <a:gd name="adj2" fmla="val 335692"/>
            <a:gd name="adj3" fmla="val 8211734"/>
            <a:gd name="adj4" fmla="val 6448675"/>
            <a:gd name="adj5" fmla="val 606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9ADCC7-3BB3-4081-9923-64C2D47F238F}">
      <dsp:nvSpPr>
        <dsp:cNvPr id="0" name=""/>
        <dsp:cNvSpPr/>
      </dsp:nvSpPr>
      <dsp:spPr>
        <a:xfrm>
          <a:off x="123082" y="74699"/>
          <a:ext cx="39517" cy="39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3082" y="74699"/>
        <a:ext cx="39517" cy="39517"/>
      </dsp:txXfrm>
    </dsp:sp>
    <dsp:sp modelId="{F62D8E9D-E866-4264-B98F-8A5BA25C5612}">
      <dsp:nvSpPr>
        <dsp:cNvPr id="0" name=""/>
        <dsp:cNvSpPr/>
      </dsp:nvSpPr>
      <dsp:spPr>
        <a:xfrm>
          <a:off x="131272" y="-7"/>
          <a:ext cx="148271" cy="148271"/>
        </a:xfrm>
        <a:prstGeom prst="circularArrow">
          <a:avLst>
            <a:gd name="adj1" fmla="val 5197"/>
            <a:gd name="adj2" fmla="val 335692"/>
            <a:gd name="adj3" fmla="val 12298860"/>
            <a:gd name="adj4" fmla="val 10770165"/>
            <a:gd name="adj5" fmla="val 606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3AC139-6C59-4269-974D-130670344C6B}">
      <dsp:nvSpPr>
        <dsp:cNvPr id="0" name=""/>
        <dsp:cNvSpPr/>
      </dsp:nvSpPr>
      <dsp:spPr>
        <a:xfrm>
          <a:off x="146980" y="1146"/>
          <a:ext cx="39517" cy="39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6980" y="1146"/>
        <a:ext cx="39517" cy="39517"/>
      </dsp:txXfrm>
    </dsp:sp>
    <dsp:sp modelId="{557344BC-7866-45AD-BEBD-CDA106BE846A}">
      <dsp:nvSpPr>
        <dsp:cNvPr id="0" name=""/>
        <dsp:cNvSpPr/>
      </dsp:nvSpPr>
      <dsp:spPr>
        <a:xfrm>
          <a:off x="131272" y="-7"/>
          <a:ext cx="148271" cy="148271"/>
        </a:xfrm>
        <a:prstGeom prst="circularArrow">
          <a:avLst>
            <a:gd name="adj1" fmla="val 5197"/>
            <a:gd name="adj2" fmla="val 335692"/>
            <a:gd name="adj3" fmla="val 16866618"/>
            <a:gd name="adj4" fmla="val 15197690"/>
            <a:gd name="adj5" fmla="val 606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7BE30E-E6E9-41B0-8B92-00DEFD067DC3}">
      <dsp:nvSpPr>
        <dsp:cNvPr id="0" name=""/>
        <dsp:cNvSpPr/>
      </dsp:nvSpPr>
      <dsp:spPr>
        <a:xfrm>
          <a:off x="649" y="336229"/>
          <a:ext cx="2534122" cy="1520473"/>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120000"/>
            </a:lnSpc>
            <a:spcBef>
              <a:spcPct val="0"/>
            </a:spcBef>
            <a:spcAft>
              <a:spcPct val="35000"/>
            </a:spcAft>
            <a:buNone/>
          </a:pPr>
          <a:r>
            <a:rPr lang="en-US" sz="2200" kern="1200" dirty="0">
              <a:solidFill>
                <a:srgbClr val="A6841E"/>
              </a:solidFill>
              <a:latin typeface="Georgia Pro"/>
            </a:rPr>
            <a:t>Based on a true story of Saba Maqsood (2014)</a:t>
          </a:r>
        </a:p>
      </dsp:txBody>
      <dsp:txXfrm>
        <a:off x="649" y="336229"/>
        <a:ext cx="2534122" cy="1520473"/>
      </dsp:txXfrm>
    </dsp:sp>
    <dsp:sp modelId="{6FD5F6ED-7963-4945-A0E9-641B47FD9773}">
      <dsp:nvSpPr>
        <dsp:cNvPr id="0" name=""/>
        <dsp:cNvSpPr/>
      </dsp:nvSpPr>
      <dsp:spPr>
        <a:xfrm>
          <a:off x="2788184" y="336229"/>
          <a:ext cx="2534122" cy="1520473"/>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120000"/>
            </a:lnSpc>
            <a:spcBef>
              <a:spcPct val="0"/>
            </a:spcBef>
            <a:spcAft>
              <a:spcPct val="35000"/>
            </a:spcAft>
            <a:buNone/>
          </a:pPr>
          <a:r>
            <a:rPr lang="en-US" sz="2200" kern="1200" dirty="0">
              <a:solidFill>
                <a:srgbClr val="A6841E"/>
              </a:solidFill>
              <a:latin typeface="Georgia Pro"/>
            </a:rPr>
            <a:t>Highlights honor killing and forgiveness culture in Pakistan</a:t>
          </a:r>
        </a:p>
      </dsp:txBody>
      <dsp:txXfrm>
        <a:off x="2788184" y="336229"/>
        <a:ext cx="2534122" cy="1520473"/>
      </dsp:txXfrm>
    </dsp:sp>
    <dsp:sp modelId="{38631DA3-2CF7-469A-84B0-F9F4F381D108}">
      <dsp:nvSpPr>
        <dsp:cNvPr id="0" name=""/>
        <dsp:cNvSpPr/>
      </dsp:nvSpPr>
      <dsp:spPr>
        <a:xfrm>
          <a:off x="1394416" y="2110114"/>
          <a:ext cx="2534122" cy="1520473"/>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120000"/>
            </a:lnSpc>
            <a:spcBef>
              <a:spcPct val="0"/>
            </a:spcBef>
            <a:spcAft>
              <a:spcPct val="35000"/>
            </a:spcAft>
            <a:buNone/>
          </a:pPr>
          <a:r>
            <a:rPr lang="en-US" sz="2200" kern="1200" dirty="0">
              <a:solidFill>
                <a:srgbClr val="A6841E"/>
              </a:solidFill>
              <a:latin typeface="Georgia Pro"/>
            </a:rPr>
            <a:t>What happens when justice and family loyalty collides</a:t>
          </a:r>
        </a:p>
      </dsp:txBody>
      <dsp:txXfrm>
        <a:off x="1394416" y="2110114"/>
        <a:ext cx="2534122" cy="15204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3AF3F1-B318-4FA6-8BE3-9610E109759E}">
      <dsp:nvSpPr>
        <dsp:cNvPr id="0" name=""/>
        <dsp:cNvSpPr/>
      </dsp:nvSpPr>
      <dsp:spPr>
        <a:xfrm>
          <a:off x="0" y="595972"/>
          <a:ext cx="2569009" cy="1541405"/>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rtl="0">
            <a:lnSpc>
              <a:spcPct val="120000"/>
            </a:lnSpc>
            <a:spcBef>
              <a:spcPct val="0"/>
            </a:spcBef>
            <a:spcAft>
              <a:spcPct val="35000"/>
            </a:spcAft>
            <a:buNone/>
          </a:pPr>
          <a:r>
            <a:rPr lang="en-US" sz="3000" kern="1200" dirty="0">
              <a:solidFill>
                <a:srgbClr val="A6841E"/>
              </a:solidFill>
              <a:latin typeface="Georgia Pro"/>
            </a:rPr>
            <a:t>The reason for selection </a:t>
          </a:r>
        </a:p>
      </dsp:txBody>
      <dsp:txXfrm>
        <a:off x="0" y="595972"/>
        <a:ext cx="2569009" cy="1541405"/>
      </dsp:txXfrm>
    </dsp:sp>
    <dsp:sp modelId="{372CCDFA-4CB3-4D57-8D7F-943817261937}">
      <dsp:nvSpPr>
        <dsp:cNvPr id="0" name=""/>
        <dsp:cNvSpPr/>
      </dsp:nvSpPr>
      <dsp:spPr>
        <a:xfrm>
          <a:off x="2825909" y="595972"/>
          <a:ext cx="2569009" cy="1541405"/>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rtl="0">
            <a:lnSpc>
              <a:spcPct val="120000"/>
            </a:lnSpc>
            <a:spcBef>
              <a:spcPct val="0"/>
            </a:spcBef>
            <a:spcAft>
              <a:spcPct val="35000"/>
            </a:spcAft>
            <a:buNone/>
          </a:pPr>
          <a:r>
            <a:rPr lang="en-US" sz="3000" kern="1200" dirty="0">
              <a:solidFill>
                <a:srgbClr val="A6841E"/>
              </a:solidFill>
              <a:latin typeface="Georgia Pro"/>
            </a:rPr>
            <a:t>Main message </a:t>
          </a:r>
        </a:p>
      </dsp:txBody>
      <dsp:txXfrm>
        <a:off x="2825909" y="595972"/>
        <a:ext cx="2569009" cy="1541405"/>
      </dsp:txXfrm>
    </dsp:sp>
    <dsp:sp modelId="{0F32126E-325C-422A-861E-1F3B79B4D30B}">
      <dsp:nvSpPr>
        <dsp:cNvPr id="0" name=""/>
        <dsp:cNvSpPr/>
      </dsp:nvSpPr>
      <dsp:spPr>
        <a:xfrm>
          <a:off x="5651819" y="595972"/>
          <a:ext cx="2569009" cy="1541405"/>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rtl="0">
            <a:lnSpc>
              <a:spcPct val="120000"/>
            </a:lnSpc>
            <a:spcBef>
              <a:spcPct val="0"/>
            </a:spcBef>
            <a:spcAft>
              <a:spcPct val="35000"/>
            </a:spcAft>
            <a:buNone/>
          </a:pPr>
          <a:r>
            <a:rPr lang="en-US" sz="3000" kern="1200" dirty="0">
              <a:solidFill>
                <a:srgbClr val="A6841E"/>
              </a:solidFill>
              <a:latin typeface="Georgia Pro"/>
            </a:rPr>
            <a:t>Summery</a:t>
          </a:r>
        </a:p>
      </dsp:txBody>
      <dsp:txXfrm>
        <a:off x="5651819" y="595972"/>
        <a:ext cx="2569009" cy="1541405"/>
      </dsp:txXfrm>
    </dsp:sp>
    <dsp:sp modelId="{630138EF-DC01-41A0-9BCA-056CF22AC1F9}">
      <dsp:nvSpPr>
        <dsp:cNvPr id="0" name=""/>
        <dsp:cNvSpPr/>
      </dsp:nvSpPr>
      <dsp:spPr>
        <a:xfrm>
          <a:off x="1412954" y="2394278"/>
          <a:ext cx="2569009" cy="1541405"/>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120000"/>
            </a:lnSpc>
            <a:spcBef>
              <a:spcPct val="0"/>
            </a:spcBef>
            <a:spcAft>
              <a:spcPct val="35000"/>
            </a:spcAft>
            <a:buNone/>
          </a:pPr>
          <a:r>
            <a:rPr lang="en-US" sz="3000" kern="1200" dirty="0">
              <a:solidFill>
                <a:srgbClr val="A6841E"/>
              </a:solidFill>
              <a:latin typeface="Georgia Pro"/>
            </a:rPr>
            <a:t>Systemic problems and reforms</a:t>
          </a:r>
        </a:p>
      </dsp:txBody>
      <dsp:txXfrm>
        <a:off x="1412954" y="2394278"/>
        <a:ext cx="2569009" cy="1541405"/>
      </dsp:txXfrm>
    </dsp:sp>
    <dsp:sp modelId="{FCCDC768-065C-4D89-B5E1-9A3E936AF646}">
      <dsp:nvSpPr>
        <dsp:cNvPr id="0" name=""/>
        <dsp:cNvSpPr/>
      </dsp:nvSpPr>
      <dsp:spPr>
        <a:xfrm>
          <a:off x="4238864" y="2394278"/>
          <a:ext cx="2569009" cy="1541405"/>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120000"/>
            </a:lnSpc>
            <a:spcBef>
              <a:spcPct val="0"/>
            </a:spcBef>
            <a:spcAft>
              <a:spcPct val="35000"/>
            </a:spcAft>
            <a:buNone/>
          </a:pPr>
          <a:r>
            <a:rPr lang="en-US" sz="3000" kern="1200" dirty="0">
              <a:solidFill>
                <a:srgbClr val="A6841E"/>
              </a:solidFill>
              <a:latin typeface="Georgia Pro"/>
            </a:rPr>
            <a:t>Conclusion and suggestions</a:t>
          </a:r>
        </a:p>
      </dsp:txBody>
      <dsp:txXfrm>
        <a:off x="4238864" y="2394278"/>
        <a:ext cx="2569009" cy="15414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EA113B-1CE3-4AAC-967E-A3F3AAAF083C}">
      <dsp:nvSpPr>
        <dsp:cNvPr id="0" name=""/>
        <dsp:cNvSpPr/>
      </dsp:nvSpPr>
      <dsp:spPr>
        <a:xfrm rot="16200000">
          <a:off x="-1050048" y="1051848"/>
          <a:ext cx="3870325" cy="1766627"/>
        </a:xfrm>
        <a:prstGeom prst="flowChartManualOperation">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0" tIns="0" rIns="132302" bIns="0" numCol="1" spcCol="1270" anchor="ctr" anchorCtr="0">
          <a:noAutofit/>
        </a:bodyPr>
        <a:lstStyle/>
        <a:p>
          <a:pPr marL="0" lvl="0" indent="0" algn="l" defTabSz="933450" rtl="0">
            <a:lnSpc>
              <a:spcPct val="120000"/>
            </a:lnSpc>
            <a:spcBef>
              <a:spcPct val="0"/>
            </a:spcBef>
            <a:spcAft>
              <a:spcPct val="35000"/>
            </a:spcAft>
            <a:buNone/>
          </a:pPr>
          <a:r>
            <a:rPr lang="en-US" sz="2100" kern="1200" dirty="0">
              <a:solidFill>
                <a:srgbClr val="A6841E"/>
              </a:solidFill>
              <a:latin typeface="Georgia Pro"/>
            </a:rPr>
            <a:t>Over 1000 honor killings per year Human Rights Commission of Pakistan</a:t>
          </a:r>
        </a:p>
      </dsp:txBody>
      <dsp:txXfrm rot="5400000">
        <a:off x="1801" y="774064"/>
        <a:ext cx="1766627" cy="2322195"/>
      </dsp:txXfrm>
    </dsp:sp>
    <dsp:sp modelId="{D4D839AF-983D-4CFD-9EC7-4BD14C9F2A26}">
      <dsp:nvSpPr>
        <dsp:cNvPr id="0" name=""/>
        <dsp:cNvSpPr/>
      </dsp:nvSpPr>
      <dsp:spPr>
        <a:xfrm rot="16200000">
          <a:off x="849075" y="1051848"/>
          <a:ext cx="3870325" cy="1766627"/>
        </a:xfrm>
        <a:prstGeom prst="flowChartManualOperation">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0" tIns="0" rIns="132302" bIns="0" numCol="1" spcCol="1270" anchor="ctr" anchorCtr="0">
          <a:noAutofit/>
        </a:bodyPr>
        <a:lstStyle/>
        <a:p>
          <a:pPr marL="0" lvl="0" indent="0" algn="l" defTabSz="933450">
            <a:lnSpc>
              <a:spcPct val="120000"/>
            </a:lnSpc>
            <a:spcBef>
              <a:spcPct val="0"/>
            </a:spcBef>
            <a:spcAft>
              <a:spcPct val="35000"/>
            </a:spcAft>
            <a:buNone/>
          </a:pPr>
          <a:r>
            <a:rPr lang="en-US" sz="2100" kern="1200" dirty="0">
              <a:solidFill>
                <a:srgbClr val="A6841E"/>
              </a:solidFill>
              <a:latin typeface="Georgia Pro"/>
            </a:rPr>
            <a:t>88 percent forgiven by family HRCP 2015</a:t>
          </a:r>
        </a:p>
      </dsp:txBody>
      <dsp:txXfrm rot="5400000">
        <a:off x="1900924" y="774064"/>
        <a:ext cx="1766627" cy="2322195"/>
      </dsp:txXfrm>
    </dsp:sp>
    <dsp:sp modelId="{54CFAEA7-12ED-4608-8478-44FD7334B7C6}">
      <dsp:nvSpPr>
        <dsp:cNvPr id="0" name=""/>
        <dsp:cNvSpPr/>
      </dsp:nvSpPr>
      <dsp:spPr>
        <a:xfrm rot="16200000">
          <a:off x="2748199" y="1051848"/>
          <a:ext cx="3870325" cy="1766627"/>
        </a:xfrm>
        <a:prstGeom prst="flowChartManualOperation">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0" tIns="0" rIns="132302" bIns="0" numCol="1" spcCol="1270" anchor="ctr" anchorCtr="0">
          <a:noAutofit/>
        </a:bodyPr>
        <a:lstStyle/>
        <a:p>
          <a:pPr marL="0" lvl="0" indent="0" algn="l" defTabSz="933450">
            <a:lnSpc>
              <a:spcPct val="120000"/>
            </a:lnSpc>
            <a:spcBef>
              <a:spcPct val="0"/>
            </a:spcBef>
            <a:spcAft>
              <a:spcPct val="35000"/>
            </a:spcAft>
            <a:buNone/>
          </a:pPr>
          <a:r>
            <a:rPr lang="en-US" sz="2100" kern="1200" dirty="0">
              <a:solidFill>
                <a:srgbClr val="A6841E"/>
              </a:solidFill>
              <a:latin typeface="Georgia Pro"/>
            </a:rPr>
            <a:t>Only 6 percent reach conviction</a:t>
          </a:r>
        </a:p>
      </dsp:txBody>
      <dsp:txXfrm rot="5400000">
        <a:off x="3800048" y="774064"/>
        <a:ext cx="1766627" cy="2322195"/>
      </dsp:txXfrm>
    </dsp:sp>
    <dsp:sp modelId="{1CEA4540-1AED-4A59-8732-1C81032F9064}">
      <dsp:nvSpPr>
        <dsp:cNvPr id="0" name=""/>
        <dsp:cNvSpPr/>
      </dsp:nvSpPr>
      <dsp:spPr>
        <a:xfrm rot="16200000">
          <a:off x="4647323" y="1051848"/>
          <a:ext cx="3870325" cy="1766627"/>
        </a:xfrm>
        <a:prstGeom prst="flowChartManualOperation">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3350" tIns="0" rIns="132302" bIns="0" numCol="1" spcCol="1270" anchor="ctr" anchorCtr="0">
          <a:noAutofit/>
        </a:bodyPr>
        <a:lstStyle/>
        <a:p>
          <a:pPr marL="0" lvl="0" indent="0" algn="l" defTabSz="933450">
            <a:lnSpc>
              <a:spcPct val="120000"/>
            </a:lnSpc>
            <a:spcBef>
              <a:spcPct val="0"/>
            </a:spcBef>
            <a:spcAft>
              <a:spcPct val="35000"/>
            </a:spcAft>
            <a:buNone/>
          </a:pPr>
          <a:r>
            <a:rPr lang="en-US" sz="2100" kern="1200" dirty="0">
              <a:solidFill>
                <a:srgbClr val="A6841E"/>
              </a:solidFill>
              <a:latin typeface="Georgia Pro"/>
            </a:rPr>
            <a:t>Rural women No legal aid, no media voice</a:t>
          </a:r>
        </a:p>
      </dsp:txBody>
      <dsp:txXfrm rot="5400000">
        <a:off x="5699172" y="774064"/>
        <a:ext cx="1766627" cy="23221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BF24A-B69F-4BC1-B96E-7D1934709FF0}">
      <dsp:nvSpPr>
        <dsp:cNvPr id="0" name=""/>
        <dsp:cNvSpPr/>
      </dsp:nvSpPr>
      <dsp:spPr>
        <a:xfrm>
          <a:off x="0" y="146533"/>
          <a:ext cx="8835" cy="0"/>
        </a:xfrm>
        <a:prstGeom prst="lin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C04B8C6C-FBBF-473B-99FA-4DB3D536F454}">
      <dsp:nvSpPr>
        <dsp:cNvPr id="0" name=""/>
        <dsp:cNvSpPr/>
      </dsp:nvSpPr>
      <dsp:spPr>
        <a:xfrm>
          <a:off x="246" y="157376"/>
          <a:ext cx="3348" cy="33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endParaRPr lang="en-US" sz="1400" b="0" kern="1200" dirty="0">
            <a:solidFill>
              <a:srgbClr val="A6841E"/>
            </a:solidFill>
            <a:latin typeface="Georgia Pro"/>
          </a:endParaRPr>
        </a:p>
      </dsp:txBody>
      <dsp:txXfrm>
        <a:off x="246" y="157376"/>
        <a:ext cx="3348" cy="33116"/>
      </dsp:txXfrm>
    </dsp:sp>
    <dsp:sp modelId="{35E9D75D-EA8A-4CD6-B341-98CFA066D3B9}">
      <dsp:nvSpPr>
        <dsp:cNvPr id="0" name=""/>
        <dsp:cNvSpPr/>
      </dsp:nvSpPr>
      <dsp:spPr>
        <a:xfrm>
          <a:off x="0" y="40882"/>
          <a:ext cx="3804" cy="4996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30E68C-9677-4B46-973E-378C0049D3BD}">
      <dsp:nvSpPr>
        <dsp:cNvPr id="0" name=""/>
        <dsp:cNvSpPr/>
      </dsp:nvSpPr>
      <dsp:spPr>
        <a:xfrm>
          <a:off x="2045" y="90850"/>
          <a:ext cx="0" cy="55682"/>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58AFB98-15A1-400F-BFF1-0905DFFACC9D}">
      <dsp:nvSpPr>
        <dsp:cNvPr id="0" name=""/>
        <dsp:cNvSpPr/>
      </dsp:nvSpPr>
      <dsp:spPr>
        <a:xfrm>
          <a:off x="4990" y="102573"/>
          <a:ext cx="3348" cy="33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endParaRPr lang="en-US" sz="1400" kern="1200" dirty="0"/>
        </a:p>
      </dsp:txBody>
      <dsp:txXfrm>
        <a:off x="4990" y="102573"/>
        <a:ext cx="3348" cy="33116"/>
      </dsp:txXfrm>
    </dsp:sp>
    <dsp:sp modelId="{0000388D-D456-48C6-B094-2053F524F63A}">
      <dsp:nvSpPr>
        <dsp:cNvPr id="0" name=""/>
        <dsp:cNvSpPr/>
      </dsp:nvSpPr>
      <dsp:spPr>
        <a:xfrm>
          <a:off x="0" y="144335"/>
          <a:ext cx="4089" cy="439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416768-5A13-45F8-AC93-F3973AF6BE35}">
      <dsp:nvSpPr>
        <dsp:cNvPr id="0" name=""/>
        <dsp:cNvSpPr/>
      </dsp:nvSpPr>
      <dsp:spPr>
        <a:xfrm>
          <a:off x="4744" y="202215"/>
          <a:ext cx="3804" cy="4996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5EA686-5EFF-4DC7-9233-03C6BFB72723}">
      <dsp:nvSpPr>
        <dsp:cNvPr id="0" name=""/>
        <dsp:cNvSpPr/>
      </dsp:nvSpPr>
      <dsp:spPr>
        <a:xfrm>
          <a:off x="6789" y="146532"/>
          <a:ext cx="0" cy="55682"/>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FCEEC25-37AC-4800-B3B0-CB6E524E0D3C}">
      <dsp:nvSpPr>
        <dsp:cNvPr id="0" name=""/>
        <dsp:cNvSpPr/>
      </dsp:nvSpPr>
      <dsp:spPr>
        <a:xfrm>
          <a:off x="4744" y="144335"/>
          <a:ext cx="4089" cy="4395"/>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B7AD54-91A8-420B-B218-0C42A9D34408}">
      <dsp:nvSpPr>
        <dsp:cNvPr id="0" name=""/>
        <dsp:cNvSpPr/>
      </dsp:nvSpPr>
      <dsp:spPr>
        <a:xfrm>
          <a:off x="1109127" y="397"/>
          <a:ext cx="2872010" cy="1723206"/>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120000"/>
            </a:lnSpc>
            <a:spcBef>
              <a:spcPct val="0"/>
            </a:spcBef>
            <a:spcAft>
              <a:spcPct val="35000"/>
            </a:spcAft>
            <a:buNone/>
          </a:pPr>
          <a:r>
            <a:rPr lang="en-US" sz="1800" kern="1200" dirty="0">
              <a:solidFill>
                <a:srgbClr val="A6841E"/>
              </a:solidFill>
              <a:latin typeface="Calibri"/>
              <a:ea typeface="Calibri"/>
              <a:cs typeface="Calibri"/>
            </a:rPr>
            <a:t>Saba fought not just attackers but</a:t>
          </a:r>
        </a:p>
      </dsp:txBody>
      <dsp:txXfrm>
        <a:off x="1109127" y="397"/>
        <a:ext cx="2872010" cy="1723206"/>
      </dsp:txXfrm>
    </dsp:sp>
    <dsp:sp modelId="{247FDA92-5C52-4F76-90B3-D280ED3DC2D3}">
      <dsp:nvSpPr>
        <dsp:cNvPr id="0" name=""/>
        <dsp:cNvSpPr/>
      </dsp:nvSpPr>
      <dsp:spPr>
        <a:xfrm>
          <a:off x="4268339" y="397"/>
          <a:ext cx="2872010" cy="1723206"/>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120000"/>
            </a:lnSpc>
            <a:spcBef>
              <a:spcPct val="0"/>
            </a:spcBef>
            <a:spcAft>
              <a:spcPct val="35000"/>
            </a:spcAft>
            <a:buNone/>
          </a:pPr>
          <a:r>
            <a:rPr lang="en-US" sz="1800" kern="1200" dirty="0">
              <a:solidFill>
                <a:srgbClr val="A6841E"/>
              </a:solidFill>
              <a:latin typeface="Calibri"/>
              <a:ea typeface="Calibri"/>
              <a:cs typeface="Calibri"/>
            </a:rPr>
            <a:t>A flawed justice system</a:t>
          </a:r>
        </a:p>
      </dsp:txBody>
      <dsp:txXfrm>
        <a:off x="4268339" y="397"/>
        <a:ext cx="2872010" cy="1723206"/>
      </dsp:txXfrm>
    </dsp:sp>
    <dsp:sp modelId="{8169D043-AB4B-49FC-B027-0DC99BBDA57C}">
      <dsp:nvSpPr>
        <dsp:cNvPr id="0" name=""/>
        <dsp:cNvSpPr/>
      </dsp:nvSpPr>
      <dsp:spPr>
        <a:xfrm>
          <a:off x="1109127" y="2010804"/>
          <a:ext cx="2872010" cy="1723206"/>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120000"/>
            </a:lnSpc>
            <a:spcBef>
              <a:spcPct val="0"/>
            </a:spcBef>
            <a:spcAft>
              <a:spcPct val="35000"/>
            </a:spcAft>
            <a:buNone/>
          </a:pPr>
          <a:r>
            <a:rPr lang="en-US" sz="1800" kern="1200" dirty="0">
              <a:solidFill>
                <a:srgbClr val="A6841E"/>
              </a:solidFill>
              <a:latin typeface="Calibri"/>
              <a:ea typeface="Calibri"/>
              <a:cs typeface="Calibri"/>
            </a:rPr>
            <a:t>A silencing society</a:t>
          </a:r>
        </a:p>
      </dsp:txBody>
      <dsp:txXfrm>
        <a:off x="1109127" y="2010804"/>
        <a:ext cx="2872010" cy="1723206"/>
      </dsp:txXfrm>
    </dsp:sp>
    <dsp:sp modelId="{B008BBF5-FABC-403B-9D15-37794F3FB6FA}">
      <dsp:nvSpPr>
        <dsp:cNvPr id="0" name=""/>
        <dsp:cNvSpPr/>
      </dsp:nvSpPr>
      <dsp:spPr>
        <a:xfrm>
          <a:off x="4268339" y="2010804"/>
          <a:ext cx="2872010" cy="1723206"/>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120000"/>
            </a:lnSpc>
            <a:spcBef>
              <a:spcPct val="0"/>
            </a:spcBef>
            <a:spcAft>
              <a:spcPct val="35000"/>
            </a:spcAft>
            <a:buNone/>
          </a:pPr>
          <a:r>
            <a:rPr lang="en-US" sz="1800" kern="1200" dirty="0">
              <a:solidFill>
                <a:srgbClr val="A6841E"/>
              </a:solidFill>
              <a:latin typeface="Calibri"/>
              <a:ea typeface="Calibri"/>
              <a:cs typeface="Calibri"/>
            </a:rPr>
            <a:t>A family prioritizing shame over love</a:t>
          </a:r>
        </a:p>
      </dsp:txBody>
      <dsp:txXfrm>
        <a:off x="4268339" y="2010804"/>
        <a:ext cx="2872010" cy="1723206"/>
      </dsp:txXfrm>
    </dsp:sp>
    <dsp:sp modelId="{0CC08829-17D2-4D89-A403-E6D951F0D93A}">
      <dsp:nvSpPr>
        <dsp:cNvPr id="0" name=""/>
        <dsp:cNvSpPr/>
      </dsp:nvSpPr>
      <dsp:spPr>
        <a:xfrm>
          <a:off x="2688733" y="4021212"/>
          <a:ext cx="2872010" cy="1723206"/>
        </a:xfrm>
        <a:prstGeom prst="rect">
          <a:avLst/>
        </a:prstGeom>
        <a:solidFill>
          <a:schemeClr val="dk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120000"/>
            </a:lnSpc>
            <a:spcBef>
              <a:spcPct val="0"/>
            </a:spcBef>
            <a:spcAft>
              <a:spcPct val="35000"/>
            </a:spcAft>
            <a:buNone/>
          </a:pPr>
          <a:r>
            <a:rPr lang="en-US" sz="1800" kern="1200" dirty="0">
              <a:solidFill>
                <a:srgbClr val="A6841E"/>
              </a:solidFill>
              <a:latin typeface="Calibri"/>
              <a:ea typeface="Calibri"/>
              <a:cs typeface="Calibri"/>
            </a:rPr>
            <a:t>Until we reform the system, no woman is safe, not in the courtroom, not in her home, and not even in the river</a:t>
          </a:r>
          <a:endParaRPr lang="en-US" sz="1800" kern="1200" dirty="0">
            <a:solidFill>
              <a:srgbClr val="A6841E"/>
            </a:solidFill>
          </a:endParaRPr>
        </a:p>
      </dsp:txBody>
      <dsp:txXfrm>
        <a:off x="2688733" y="4021212"/>
        <a:ext cx="2872010" cy="172320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231292" y="745441"/>
            <a:ext cx="6099170" cy="3559859"/>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237982" y="4669316"/>
            <a:ext cx="6099170" cy="1350484"/>
          </a:xfrm>
        </p:spPr>
        <p:txBody>
          <a:bodyPr anchor="b">
            <a:normAutofit/>
          </a:bodyPr>
          <a:lstStyle>
            <a:lvl1pPr marL="0" indent="0" algn="l">
              <a:buNone/>
              <a:defRPr sz="2667"/>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FigureOut">
              <a:rPr lang="en-US" dirty="0"/>
              <a:t>7/2/2025</a:t>
            </a:fld>
            <a:endParaRPr lang="en-US" dirty="0"/>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527702154"/>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FigureOut">
              <a:rPr lang="en-US" dirty="0"/>
              <a:t>7/2/2025</a:t>
            </a:fld>
            <a:endParaRPr lang="en-US" dirty="0"/>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018611649"/>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255104" y="2243709"/>
            <a:ext cx="6867216" cy="3776091"/>
          </a:xfrm>
        </p:spPr>
        <p:txBody>
          <a:bodyPr anchor="b">
            <a:normAutofit/>
          </a:bodyPr>
          <a:lstStyle>
            <a:lvl1pPr>
              <a:defRPr sz="8800"/>
            </a:lvl1pPr>
          </a:lstStyle>
          <a:p>
            <a:r>
              <a:rPr lang="en-US" dirty="0"/>
              <a:t>Click to edit Master title style</a:t>
            </a:r>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255103" y="838201"/>
            <a:ext cx="6867217" cy="1405508"/>
          </a:xfrm>
        </p:spPr>
        <p:txBody>
          <a:bodyPr>
            <a:normAutofit/>
          </a:bodyPr>
          <a:lstStyle>
            <a:lvl1pPr marL="0" indent="0">
              <a:buNone/>
              <a:defRPr sz="2667">
                <a:solidFill>
                  <a:schemeClr val="tx1">
                    <a:tint val="75000"/>
                  </a:schemeClr>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FigureOut">
              <a:rPr lang="en-US" dirty="0"/>
              <a:t>7/2/2025</a:t>
            </a:fld>
            <a:endParaRPr lang="en-US" dirty="0"/>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4096279464"/>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227398" y="750627"/>
            <a:ext cx="8134917" cy="1304150"/>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792721" y="2075250"/>
            <a:ext cx="3428466" cy="4101492"/>
          </a:xfrm>
        </p:spPr>
        <p:txBody>
          <a:bodyPr>
            <a:normAutofit/>
          </a:bodyPr>
          <a:lstStyle>
            <a:lvl1pPr>
              <a:defRPr sz="2667"/>
            </a:lvl1pPr>
            <a:lvl2pPr>
              <a:defRPr sz="2400"/>
            </a:lvl2pPr>
            <a:lvl3pPr>
              <a:defRPr sz="2133"/>
            </a:lvl3pPr>
            <a:lvl4pPr>
              <a:defRPr sz="1867"/>
            </a:lvl4pPr>
            <a:lvl5pPr>
              <a:defRPr sz="18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4784671" y="2075250"/>
            <a:ext cx="3577643" cy="4101492"/>
          </a:xfrm>
        </p:spPr>
        <p:txBody>
          <a:bodyPr>
            <a:normAutofit/>
          </a:bodyPr>
          <a:lstStyle>
            <a:lvl1pPr>
              <a:defRPr sz="2667"/>
            </a:lvl1pPr>
            <a:lvl2pPr>
              <a:defRPr sz="2400"/>
            </a:lvl2pPr>
            <a:lvl3pPr>
              <a:defRPr sz="2133"/>
            </a:lvl3pPr>
            <a:lvl4pPr>
              <a:defRPr sz="1867"/>
            </a:lvl4pPr>
            <a:lvl5pPr>
              <a:defRPr sz="18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FigureOut">
              <a:rPr lang="en-US" dirty="0"/>
              <a:t>7/2/2025</a:t>
            </a:fld>
            <a:endParaRPr lang="en-US" dirty="0"/>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731037380"/>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229237" y="743803"/>
            <a:ext cx="8073203" cy="1025362"/>
          </a:xfrm>
        </p:spPr>
        <p:txBody>
          <a:bodyPr anchor="t"/>
          <a:lstStyle/>
          <a:p>
            <a:r>
              <a:rPr lang="en-US" dirty="0"/>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792721" y="1769166"/>
            <a:ext cx="3428465" cy="815008"/>
          </a:xfrm>
        </p:spPr>
        <p:txBody>
          <a:bodyPr anchor="b">
            <a:noAutofit/>
          </a:bodyPr>
          <a:lstStyle>
            <a:lvl1pPr marL="0" indent="0">
              <a:buNone/>
              <a:defRPr sz="2667" b="0" cap="all" spc="133"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792721" y="2678597"/>
            <a:ext cx="3428465" cy="35067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4873975" y="1769166"/>
            <a:ext cx="3428465" cy="815008"/>
          </a:xfrm>
        </p:spPr>
        <p:txBody>
          <a:bodyPr anchor="b">
            <a:noAutofit/>
          </a:bodyPr>
          <a:lstStyle>
            <a:lvl1pPr marL="0" indent="0">
              <a:buNone/>
              <a:defRPr sz="2667" b="0" cap="all" spc="133"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4873975" y="2678597"/>
            <a:ext cx="3428465" cy="35067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FigureOut">
              <a:rPr lang="en-US" dirty="0"/>
              <a:t>7/2/2025</a:t>
            </a:fld>
            <a:endParaRPr lang="en-US" dirty="0"/>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517053182"/>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231291" y="757766"/>
            <a:ext cx="5430220" cy="3547534"/>
          </a:xfrm>
        </p:spPr>
        <p:txBody>
          <a:bodyPr anchor="t"/>
          <a:lstStyle/>
          <a:p>
            <a:r>
              <a:rPr lang="en-US" dirty="0"/>
              <a:t>Click to edit Master title style</a:t>
            </a:r>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FigureOut">
              <a:rPr lang="en-US" dirty="0"/>
              <a:t>7/2/2025</a:t>
            </a:fld>
            <a:endParaRPr lang="en-US" dirty="0"/>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917984189"/>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FigureOut">
              <a:rPr lang="en-US" dirty="0"/>
              <a:t>7/2/2025</a:t>
            </a:fld>
            <a:endParaRPr lang="en-US" dirty="0"/>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799829080"/>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238047" y="766636"/>
            <a:ext cx="2963809" cy="1510628"/>
          </a:xfrm>
        </p:spPr>
        <p:txBody>
          <a:bodyPr anchor="t"/>
          <a:lstStyle>
            <a:lvl1pPr>
              <a:defRPr sz="4267"/>
            </a:lvl1pPr>
          </a:lstStyle>
          <a:p>
            <a:r>
              <a:rPr lang="en-US" dirty="0"/>
              <a:t>Click to edit Master title style</a:t>
            </a:r>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3829050" y="702453"/>
            <a:ext cx="4687491" cy="531734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242965" y="2277264"/>
            <a:ext cx="2814560" cy="3742535"/>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FigureOut">
              <a:rPr lang="en-US" dirty="0"/>
              <a:t>7/2/2025</a:t>
            </a:fld>
            <a:endParaRPr lang="en-US" dirty="0"/>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1461917298"/>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239229" y="765850"/>
            <a:ext cx="2996770" cy="1774778"/>
          </a:xfrm>
        </p:spPr>
        <p:txBody>
          <a:bodyPr anchor="t"/>
          <a:lstStyle>
            <a:lvl1pPr>
              <a:defRPr sz="4267"/>
            </a:lvl1pPr>
          </a:lstStyle>
          <a:p>
            <a:r>
              <a:rPr lang="en-US" dirty="0"/>
              <a:t>Click to edit Master title style</a:t>
            </a:r>
          </a:p>
        </p:txBody>
      </p:sp>
      <p:sp>
        <p:nvSpPr>
          <p:cNvPr id="3" name="Picture Placeholder 2">
            <a:extLst>
              <a:ext uri="{FF2B5EF4-FFF2-40B4-BE49-F238E27FC236}">
                <a16:creationId xmlns:a16="http://schemas.microsoft.com/office/drawing/2014/main" id="{3378CDE2-0C1B-D3BE-F399-98D983EF4534}"/>
              </a:ext>
            </a:extLst>
          </p:cNvPr>
          <p:cNvSpPr>
            <a:spLocks noGrp="1" noChangeAspect="1"/>
          </p:cNvSpPr>
          <p:nvPr>
            <p:ph type="pic" idx="1"/>
          </p:nvPr>
        </p:nvSpPr>
        <p:spPr>
          <a:xfrm>
            <a:off x="3829050" y="838201"/>
            <a:ext cx="4687491" cy="5181599"/>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255103" y="2552700"/>
            <a:ext cx="2802422" cy="3467099"/>
          </a:xfrm>
        </p:spPr>
        <p:txBody>
          <a:bodyPr anchor="b"/>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255103" y="63203"/>
            <a:ext cx="2057400" cy="318221"/>
          </a:xfrm>
        </p:spPr>
        <p:txBody>
          <a:bodyPr/>
          <a:lstStyle/>
          <a:p>
            <a:fld id="{3220A08F-2B1D-4498-A043-7C299B1C2561}" type="datetimeFigureOut">
              <a:rPr lang="en-US" dirty="0"/>
              <a:t>7/2/2025</a:t>
            </a:fld>
            <a:endParaRPr lang="en-US" dirty="0"/>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266351129"/>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231291" y="757451"/>
            <a:ext cx="8156965" cy="1214650"/>
          </a:xfrm>
        </p:spPr>
        <p:txBody>
          <a:bodyPr anchor="t"/>
          <a:lstStyle/>
          <a:p>
            <a:r>
              <a:rPr lang="en-US" dirty="0"/>
              <a:t>Click to edit Master title style</a:t>
            </a:r>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251601" y="1972101"/>
            <a:ext cx="8136655" cy="404769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FigureOut">
              <a:rPr lang="en-US" dirty="0"/>
              <a:t>7/2/2025</a:t>
            </a:fld>
            <a:endParaRPr lang="en-US" dirty="0"/>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3675877951"/>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7019622" y="755982"/>
            <a:ext cx="1708164" cy="5338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628649" y="755982"/>
            <a:ext cx="6172565" cy="5338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FigureOut">
              <a:rPr lang="en-US" dirty="0"/>
              <a:t>7/2/2025</a:t>
            </a:fld>
            <a:endParaRPr lang="en-US" dirty="0"/>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dirty="0"/>
              <a:t>‹#›</a:t>
            </a:fld>
            <a:endParaRPr lang="en-US" dirty="0"/>
          </a:p>
        </p:txBody>
      </p:sp>
    </p:spTree>
    <p:extLst>
      <p:ext uri="{BB962C8B-B14F-4D97-AF65-F5344CB8AC3E}">
        <p14:creationId xmlns:p14="http://schemas.microsoft.com/office/powerpoint/2010/main" val="658003689"/>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231291" y="620202"/>
            <a:ext cx="7467560" cy="14387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251601" y="2306782"/>
            <a:ext cx="7467560" cy="38701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255103" y="63203"/>
            <a:ext cx="2057400" cy="318221"/>
          </a:xfrm>
          <a:prstGeom prst="rect">
            <a:avLst/>
          </a:prstGeom>
        </p:spPr>
        <p:txBody>
          <a:bodyPr vert="horz" lIns="91440" tIns="45720" rIns="91440" bIns="45720" rtlCol="0" anchor="ctr"/>
          <a:lstStyle>
            <a:lvl1pPr algn="l">
              <a:defRPr sz="1067">
                <a:solidFill>
                  <a:schemeClr val="tx1"/>
                </a:solidFill>
              </a:defRPr>
            </a:lvl1pPr>
          </a:lstStyle>
          <a:p>
            <a:fld id="{567E9B64-DC09-41C8-9DE3-DA74AF8D2F97}" type="datetimeFigureOut">
              <a:rPr lang="en-US" dirty="0"/>
              <a:t>7/2/2025</a:t>
            </a:fld>
            <a:endParaRPr lang="en-US" dirty="0"/>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5508012" y="6424762"/>
            <a:ext cx="3044952" cy="365125"/>
          </a:xfrm>
          <a:prstGeom prst="rect">
            <a:avLst/>
          </a:prstGeom>
        </p:spPr>
        <p:txBody>
          <a:bodyPr vert="horz" lIns="91440" tIns="45720" rIns="91440" bIns="45720" rtlCol="0" anchor="ctr"/>
          <a:lstStyle>
            <a:lvl1pPr algn="r">
              <a:defRPr sz="1067" b="0" cap="all" spc="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8552963" y="6425817"/>
            <a:ext cx="322326" cy="365125"/>
          </a:xfrm>
          <a:prstGeom prst="rect">
            <a:avLst/>
          </a:prstGeom>
        </p:spPr>
        <p:txBody>
          <a:bodyPr vert="horz" lIns="91440" tIns="45720" rIns="91440" bIns="45720" rtlCol="0" anchor="ctr"/>
          <a:lstStyle>
            <a:lvl1pPr algn="r">
              <a:defRPr sz="1067">
                <a:solidFill>
                  <a:schemeClr val="tx1"/>
                </a:solidFill>
              </a:defRPr>
            </a:lvl1pPr>
          </a:lstStyle>
          <a:p>
            <a:fld id="{6E91CC32-6A6B-4E2E-BBA1-6864F305DA26}" type="slidenum">
              <a:rPr lang="en-US" dirty="0"/>
              <a:t>‹#›</a:t>
            </a:fld>
            <a:endParaRPr lang="en-US" dirty="0"/>
          </a:p>
        </p:txBody>
      </p:sp>
    </p:spTree>
    <p:extLst>
      <p:ext uri="{BB962C8B-B14F-4D97-AF65-F5344CB8AC3E}">
        <p14:creationId xmlns:p14="http://schemas.microsoft.com/office/powerpoint/2010/main" val="308599231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528" userDrawn="1">
          <p15:clr>
            <a:srgbClr val="F26B43"/>
          </p15:clr>
        </p15:guide>
        <p15:guide id="19" orient="horz" pos="2160" userDrawn="1">
          <p15:clr>
            <a:srgbClr val="F26B43"/>
          </p15:clr>
        </p15:guide>
        <p15:guide id="20"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12" Type="http://schemas.openxmlformats.org/officeDocument/2006/relationships/image" Target="../media/image4.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6405" y="3134747"/>
            <a:ext cx="8229600" cy="1333500"/>
          </a:xfrm>
        </p:spPr>
        <p:txBody>
          <a:bodyPr/>
          <a:lstStyle/>
          <a:p>
            <a:r>
              <a:rPr lang="en-US" dirty="0">
                <a:solidFill>
                  <a:srgbClr val="7D3520"/>
                </a:solidFill>
                <a:ea typeface="Calibri"/>
                <a:cs typeface="Calibri"/>
              </a:rPr>
              <a:t>A Girl In A River : The Price Of Forgiveness</a:t>
            </a:r>
          </a:p>
        </p:txBody>
      </p:sp>
      <p:sp>
        <p:nvSpPr>
          <p:cNvPr id="3" name="Content Placeholder 2"/>
          <p:cNvSpPr>
            <a:spLocks noGrp="1"/>
          </p:cNvSpPr>
          <p:nvPr>
            <p:ph idx="1"/>
          </p:nvPr>
        </p:nvSpPr>
        <p:spPr>
          <a:xfrm>
            <a:off x="251601" y="834974"/>
            <a:ext cx="7467560" cy="5341989"/>
          </a:xfrm>
        </p:spPr>
        <p:txBody>
          <a:bodyPr vert="horz" lIns="91440" tIns="45720" rIns="91440" bIns="45720" rtlCol="0" anchor="t">
            <a:normAutofit/>
          </a:bodyPr>
          <a:lstStyle/>
          <a:p>
            <a:endParaRPr/>
          </a:p>
          <a:p>
            <a:endParaRPr dirty="0">
              <a:ea typeface="Calibri"/>
              <a:cs typeface="Calibri"/>
            </a:endParaRPr>
          </a:p>
        </p:txBody>
      </p:sp>
      <p:pic>
        <p:nvPicPr>
          <p:cNvPr id="4" name="Picture 3" descr="A person in a black scarf&#10;&#10;AI-generated content may be incorrect.">
            <a:extLst>
              <a:ext uri="{FF2B5EF4-FFF2-40B4-BE49-F238E27FC236}">
                <a16:creationId xmlns:a16="http://schemas.microsoft.com/office/drawing/2014/main" id="{20DFB3A4-3DF2-4527-65F0-284DE70B2682}"/>
              </a:ext>
            </a:extLst>
          </p:cNvPr>
          <p:cNvPicPr>
            <a:picLocks noChangeAspect="1"/>
          </p:cNvPicPr>
          <p:nvPr/>
        </p:nvPicPr>
        <p:blipFill>
          <a:blip r:embed="rId2"/>
          <a:stretch>
            <a:fillRect/>
          </a:stretch>
        </p:blipFill>
        <p:spPr>
          <a:xfrm rot="1140000">
            <a:off x="5175859" y="605901"/>
            <a:ext cx="3145077" cy="2077233"/>
          </a:xfrm>
          <a:prstGeom prst="rect">
            <a:avLst/>
          </a:prstGeom>
          <a:ln>
            <a:noFill/>
          </a:ln>
          <a:effectLst>
            <a:softEdge rad="112500"/>
          </a:effectLst>
        </p:spPr>
      </p:pic>
      <p:pic>
        <p:nvPicPr>
          <p:cNvPr id="5" name="Picture 4" descr="A person wearing a black head covering&#10;&#10;AI-generated content may be incorrect.">
            <a:extLst>
              <a:ext uri="{FF2B5EF4-FFF2-40B4-BE49-F238E27FC236}">
                <a16:creationId xmlns:a16="http://schemas.microsoft.com/office/drawing/2014/main" id="{3E1D7A42-01DD-4B1D-BB84-DFC4326A8135}"/>
              </a:ext>
            </a:extLst>
          </p:cNvPr>
          <p:cNvPicPr>
            <a:picLocks noChangeAspect="1"/>
          </p:cNvPicPr>
          <p:nvPr/>
        </p:nvPicPr>
        <p:blipFill>
          <a:blip r:embed="rId3"/>
          <a:stretch>
            <a:fillRect/>
          </a:stretch>
        </p:blipFill>
        <p:spPr>
          <a:xfrm rot="20400000">
            <a:off x="309302" y="549775"/>
            <a:ext cx="2940877" cy="2334669"/>
          </a:xfrm>
          <a:prstGeom prst="rect">
            <a:avLst/>
          </a:prstGeom>
          <a:ln>
            <a:noFill/>
          </a:ln>
          <a:effectLst>
            <a:softEdge rad="112500"/>
          </a:effectLst>
        </p:spPr>
      </p:pic>
      <p:pic>
        <p:nvPicPr>
          <p:cNvPr id="6" name="Picture 5" descr="A lady justice holding a sword and scales&#10;&#10;AI-generated content may be incorrect.">
            <a:extLst>
              <a:ext uri="{FF2B5EF4-FFF2-40B4-BE49-F238E27FC236}">
                <a16:creationId xmlns:a16="http://schemas.microsoft.com/office/drawing/2014/main" id="{7088E7E2-3B46-F5A7-4E54-A1F9D799DFB4}"/>
              </a:ext>
            </a:extLst>
          </p:cNvPr>
          <p:cNvPicPr>
            <a:picLocks noChangeAspect="1"/>
          </p:cNvPicPr>
          <p:nvPr/>
        </p:nvPicPr>
        <p:blipFill>
          <a:blip r:embed="rId4"/>
          <a:stretch>
            <a:fillRect/>
          </a:stretch>
        </p:blipFill>
        <p:spPr>
          <a:xfrm rot="2100000">
            <a:off x="6111788" y="4128305"/>
            <a:ext cx="1930835" cy="2474021"/>
          </a:xfrm>
          <a:prstGeom prst="rect">
            <a:avLst/>
          </a:prstGeom>
          <a:ln>
            <a:noFill/>
          </a:ln>
          <a:effectLst>
            <a:softEdge rad="112500"/>
          </a:effectLst>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0E893-EDE9-09B0-E5A8-D3FB75E97FC1}"/>
              </a:ext>
            </a:extLst>
          </p:cNvPr>
          <p:cNvSpPr>
            <a:spLocks noGrp="1"/>
          </p:cNvSpPr>
          <p:nvPr>
            <p:ph type="title"/>
          </p:nvPr>
        </p:nvSpPr>
        <p:spPr/>
        <p:txBody>
          <a:bodyPr/>
          <a:lstStyle/>
          <a:p>
            <a:r>
              <a:rPr lang="en-US" dirty="0">
                <a:solidFill>
                  <a:srgbClr val="7D3520"/>
                </a:solidFill>
              </a:rPr>
              <a:t>Presented by</a:t>
            </a:r>
          </a:p>
        </p:txBody>
      </p:sp>
      <p:sp>
        <p:nvSpPr>
          <p:cNvPr id="3" name="Content Placeholder 2">
            <a:extLst>
              <a:ext uri="{FF2B5EF4-FFF2-40B4-BE49-F238E27FC236}">
                <a16:creationId xmlns:a16="http://schemas.microsoft.com/office/drawing/2014/main" id="{B0EA3AD4-686C-C8AD-F5A2-EA9F65B2AC6C}"/>
              </a:ext>
            </a:extLst>
          </p:cNvPr>
          <p:cNvSpPr>
            <a:spLocks noGrp="1"/>
          </p:cNvSpPr>
          <p:nvPr>
            <p:ph idx="1"/>
          </p:nvPr>
        </p:nvSpPr>
        <p:spPr/>
        <p:txBody>
          <a:bodyPr vert="horz" lIns="91440" tIns="45720" rIns="91440" bIns="45720" rtlCol="0" anchor="t">
            <a:normAutofit/>
          </a:bodyPr>
          <a:lstStyle/>
          <a:p>
            <a:pPr marL="0" indent="0">
              <a:buNone/>
            </a:pPr>
            <a:r>
              <a:rPr lang="en-US" dirty="0"/>
              <a:t>  </a:t>
            </a:r>
          </a:p>
        </p:txBody>
      </p:sp>
      <p:sp>
        <p:nvSpPr>
          <p:cNvPr id="4" name="Date Placeholder 3">
            <a:extLst>
              <a:ext uri="{FF2B5EF4-FFF2-40B4-BE49-F238E27FC236}">
                <a16:creationId xmlns:a16="http://schemas.microsoft.com/office/drawing/2014/main" id="{72D1B938-F26F-5A87-4521-CDC0EB00CBC0}"/>
              </a:ext>
            </a:extLst>
          </p:cNvPr>
          <p:cNvSpPr>
            <a:spLocks noGrp="1"/>
          </p:cNvSpPr>
          <p:nvPr>
            <p:ph type="dt" sz="half" idx="10"/>
          </p:nvPr>
        </p:nvSpPr>
        <p:spPr/>
        <p:txBody>
          <a:bodyPr/>
          <a:lstStyle/>
          <a:p>
            <a:fld id="{3596C9F5-A69D-46F4-AE55-11CBB362686F}" type="datetime1">
              <a:t>7/2/2025</a:t>
            </a:fld>
            <a:endParaRPr lang="en-US" dirty="0"/>
          </a:p>
        </p:txBody>
      </p:sp>
      <p:sp>
        <p:nvSpPr>
          <p:cNvPr id="5" name="Footer Placeholder 4">
            <a:extLst>
              <a:ext uri="{FF2B5EF4-FFF2-40B4-BE49-F238E27FC236}">
                <a16:creationId xmlns:a16="http://schemas.microsoft.com/office/drawing/2014/main" id="{E5F1709E-7614-8781-E11D-A14D89BA6C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316EE5A-428A-8ABA-F600-D5930427918C}"/>
              </a:ext>
            </a:extLst>
          </p:cNvPr>
          <p:cNvSpPr>
            <a:spLocks noGrp="1"/>
          </p:cNvSpPr>
          <p:nvPr>
            <p:ph type="sldNum" sz="quarter" idx="12"/>
          </p:nvPr>
        </p:nvSpPr>
        <p:spPr/>
        <p:txBody>
          <a:bodyPr/>
          <a:lstStyle/>
          <a:p>
            <a:fld id="{6E91CC32-6A6B-4E2E-BBA1-6864F305DA26}" type="slidenum">
              <a:rPr lang="en-US" dirty="0"/>
              <a:t>2</a:t>
            </a:fld>
            <a:endParaRPr lang="en-US" dirty="0"/>
          </a:p>
        </p:txBody>
      </p:sp>
      <p:graphicFrame>
        <p:nvGraphicFramePr>
          <p:cNvPr id="8" name="Diagram 7">
            <a:extLst>
              <a:ext uri="{FF2B5EF4-FFF2-40B4-BE49-F238E27FC236}">
                <a16:creationId xmlns:a16="http://schemas.microsoft.com/office/drawing/2014/main" id="{B1DD9D0F-642C-8502-1B80-6B185960D167}"/>
              </a:ext>
            </a:extLst>
          </p:cNvPr>
          <p:cNvGraphicFramePr/>
          <p:nvPr>
            <p:extLst>
              <p:ext uri="{D42A27DB-BD31-4B8C-83A1-F6EECF244321}">
                <p14:modId xmlns:p14="http://schemas.microsoft.com/office/powerpoint/2010/main" val="1196478823"/>
              </p:ext>
            </p:extLst>
          </p:nvPr>
        </p:nvGraphicFramePr>
        <p:xfrm>
          <a:off x="781667" y="2591088"/>
          <a:ext cx="7211390" cy="3834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141575"/>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800" dirty="0">
                <a:solidFill>
                  <a:srgbClr val="7D3520"/>
                </a:solidFill>
                <a:latin typeface="Aptos Display"/>
              </a:rPr>
              <a:t>Brief Introduction</a:t>
            </a:r>
            <a:endParaRPr lang="en-US" sz="4800">
              <a:solidFill>
                <a:srgbClr val="7D3520"/>
              </a:solidFill>
              <a:latin typeface="Aptos Display"/>
            </a:endParaRPr>
          </a:p>
        </p:txBody>
      </p:sp>
      <p:graphicFrame>
        <p:nvGraphicFramePr>
          <p:cNvPr id="5" name="Content Placeholder 4">
            <a:extLst>
              <a:ext uri="{FF2B5EF4-FFF2-40B4-BE49-F238E27FC236}">
                <a16:creationId xmlns:a16="http://schemas.microsoft.com/office/drawing/2014/main" id="{D3DE738F-2931-6D00-3BAE-E0087D928B61}"/>
              </a:ext>
            </a:extLst>
          </p:cNvPr>
          <p:cNvGraphicFramePr>
            <a:graphicFrameLocks noGrp="1"/>
          </p:cNvGraphicFramePr>
          <p:nvPr>
            <p:ph idx="1"/>
            <p:extLst>
              <p:ext uri="{D42A27DB-BD31-4B8C-83A1-F6EECF244321}">
                <p14:modId xmlns:p14="http://schemas.microsoft.com/office/powerpoint/2010/main" val="1277392498"/>
              </p:ext>
            </p:extLst>
          </p:nvPr>
        </p:nvGraphicFramePr>
        <p:xfrm>
          <a:off x="10300391" y="1180203"/>
          <a:ext cx="410817" cy="1597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9" name="Diagram 38">
            <a:extLst>
              <a:ext uri="{FF2B5EF4-FFF2-40B4-BE49-F238E27FC236}">
                <a16:creationId xmlns:a16="http://schemas.microsoft.com/office/drawing/2014/main" id="{BD4283F5-2C30-DB05-B39F-10EEB047B208}"/>
              </a:ext>
            </a:extLst>
          </p:cNvPr>
          <p:cNvGraphicFramePr/>
          <p:nvPr>
            <p:extLst>
              <p:ext uri="{D42A27DB-BD31-4B8C-83A1-F6EECF244321}">
                <p14:modId xmlns:p14="http://schemas.microsoft.com/office/powerpoint/2010/main" val="746911278"/>
              </p:ext>
            </p:extLst>
          </p:nvPr>
        </p:nvGraphicFramePr>
        <p:xfrm>
          <a:off x="121478" y="2616200"/>
          <a:ext cx="5322956" cy="396681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66" name="Picture 65" descr="A person sitting on a bed with a bandaged hand&#10;&#10;AI-generated content may be incorrect.">
            <a:extLst>
              <a:ext uri="{FF2B5EF4-FFF2-40B4-BE49-F238E27FC236}">
                <a16:creationId xmlns:a16="http://schemas.microsoft.com/office/drawing/2014/main" id="{213A4757-6565-5FA8-2F15-19F90A020AEB}"/>
              </a:ext>
            </a:extLst>
          </p:cNvPr>
          <p:cNvPicPr>
            <a:picLocks noChangeAspect="1"/>
          </p:cNvPicPr>
          <p:nvPr/>
        </p:nvPicPr>
        <p:blipFill>
          <a:blip r:embed="rId12"/>
          <a:stretch>
            <a:fillRect/>
          </a:stretch>
        </p:blipFill>
        <p:spPr>
          <a:xfrm>
            <a:off x="5560120" y="3128245"/>
            <a:ext cx="3608279" cy="2908386"/>
          </a:xfrm>
          <a:prstGeom prst="rect">
            <a:avLst/>
          </a:prstGeom>
          <a:ln>
            <a:noFill/>
          </a:ln>
          <a:effectLst>
            <a:softEdge rad="112500"/>
          </a:effectLst>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1EBF8-BE0F-BEF4-450D-B2D1BD99E4E7}"/>
              </a:ext>
            </a:extLst>
          </p:cNvPr>
          <p:cNvSpPr>
            <a:spLocks noGrp="1"/>
          </p:cNvSpPr>
          <p:nvPr>
            <p:ph type="title"/>
          </p:nvPr>
        </p:nvSpPr>
        <p:spPr>
          <a:xfrm>
            <a:off x="1452580" y="2417465"/>
            <a:ext cx="6244411" cy="3505781"/>
          </a:xfrm>
        </p:spPr>
        <p:txBody>
          <a:bodyPr/>
          <a:lstStyle/>
          <a:p>
            <a:r>
              <a:rPr lang="en-US" dirty="0">
                <a:solidFill>
                  <a:srgbClr val="7D3520"/>
                </a:solidFill>
              </a:rPr>
              <a:t>What happens when seeking justice means defying your own Blood?</a:t>
            </a:r>
          </a:p>
        </p:txBody>
      </p:sp>
      <p:sp>
        <p:nvSpPr>
          <p:cNvPr id="3" name="Date Placeholder 2">
            <a:extLst>
              <a:ext uri="{FF2B5EF4-FFF2-40B4-BE49-F238E27FC236}">
                <a16:creationId xmlns:a16="http://schemas.microsoft.com/office/drawing/2014/main" id="{0F930CEA-4437-2E32-1ECA-FF869E727582}"/>
              </a:ext>
            </a:extLst>
          </p:cNvPr>
          <p:cNvSpPr>
            <a:spLocks noGrp="1"/>
          </p:cNvSpPr>
          <p:nvPr>
            <p:ph type="dt" sz="half" idx="10"/>
          </p:nvPr>
        </p:nvSpPr>
        <p:spPr/>
        <p:txBody>
          <a:bodyPr/>
          <a:lstStyle/>
          <a:p>
            <a:fld id="{45AF6AF6-3A84-4BFD-88BA-23FE09A89B27}" type="datetime1">
              <a:t>7/2/2025</a:t>
            </a:fld>
            <a:endParaRPr lang="en-US" dirty="0"/>
          </a:p>
        </p:txBody>
      </p:sp>
      <p:sp>
        <p:nvSpPr>
          <p:cNvPr id="4" name="Footer Placeholder 3">
            <a:extLst>
              <a:ext uri="{FF2B5EF4-FFF2-40B4-BE49-F238E27FC236}">
                <a16:creationId xmlns:a16="http://schemas.microsoft.com/office/drawing/2014/main" id="{3AF86900-6DEB-8B51-C864-75BA2E9236C8}"/>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8F2EFC90-ACF2-E41C-A283-E3760F718DBD}"/>
              </a:ext>
            </a:extLst>
          </p:cNvPr>
          <p:cNvSpPr>
            <a:spLocks noGrp="1"/>
          </p:cNvSpPr>
          <p:nvPr>
            <p:ph type="sldNum" sz="quarter" idx="12"/>
          </p:nvPr>
        </p:nvSpPr>
        <p:spPr/>
        <p:txBody>
          <a:bodyPr/>
          <a:lstStyle/>
          <a:p>
            <a:fld id="{6E91CC32-6A6B-4E2E-BBA1-6864F305DA26}" type="slidenum">
              <a:rPr lang="en-US" dirty="0"/>
              <a:t>4</a:t>
            </a:fld>
            <a:endParaRPr lang="en-US" dirty="0"/>
          </a:p>
        </p:txBody>
      </p:sp>
    </p:spTree>
    <p:extLst>
      <p:ext uri="{BB962C8B-B14F-4D97-AF65-F5344CB8AC3E}">
        <p14:creationId xmlns:p14="http://schemas.microsoft.com/office/powerpoint/2010/main" val="2375005007"/>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C26F7A-3717-B0D1-D70F-9CEB4485C260}"/>
              </a:ext>
            </a:extLst>
          </p:cNvPr>
          <p:cNvSpPr>
            <a:spLocks noGrp="1"/>
          </p:cNvSpPr>
          <p:nvPr>
            <p:ph type="dt" sz="half" idx="10"/>
          </p:nvPr>
        </p:nvSpPr>
        <p:spPr/>
        <p:txBody>
          <a:bodyPr/>
          <a:lstStyle/>
          <a:p>
            <a:fld id="{3BBC313A-BA7D-42BE-9301-311473CE4A39}" type="datetime1">
              <a:t>7/2/2025</a:t>
            </a:fld>
            <a:endParaRPr lang="en-US" dirty="0"/>
          </a:p>
        </p:txBody>
      </p:sp>
      <p:sp>
        <p:nvSpPr>
          <p:cNvPr id="3" name="Footer Placeholder 2">
            <a:extLst>
              <a:ext uri="{FF2B5EF4-FFF2-40B4-BE49-F238E27FC236}">
                <a16:creationId xmlns:a16="http://schemas.microsoft.com/office/drawing/2014/main" id="{4D37C036-14E9-3F67-59B4-0690D66D7103}"/>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04BE549A-92D5-BFCA-45C6-9381A755CFCC}"/>
              </a:ext>
            </a:extLst>
          </p:cNvPr>
          <p:cNvSpPr>
            <a:spLocks noGrp="1"/>
          </p:cNvSpPr>
          <p:nvPr>
            <p:ph type="sldNum" sz="quarter" idx="12"/>
          </p:nvPr>
        </p:nvSpPr>
        <p:spPr/>
        <p:txBody>
          <a:bodyPr/>
          <a:lstStyle/>
          <a:p>
            <a:fld id="{6E91CC32-6A6B-4E2E-BBA1-6864F305DA26}" type="slidenum">
              <a:rPr lang="en-US" dirty="0"/>
              <a:t>5</a:t>
            </a:fld>
            <a:endParaRPr lang="en-US" dirty="0"/>
          </a:p>
        </p:txBody>
      </p:sp>
      <p:pic>
        <p:nvPicPr>
          <p:cNvPr id="5" name="price of forgivness triler">
            <a:hlinkClick r:id="" action="ppaction://media"/>
            <a:extLst>
              <a:ext uri="{FF2B5EF4-FFF2-40B4-BE49-F238E27FC236}">
                <a16:creationId xmlns:a16="http://schemas.microsoft.com/office/drawing/2014/main" id="{5C5E95A7-E6F6-D71E-CAC6-94791850395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07618" y="1183863"/>
            <a:ext cx="8695634" cy="5053494"/>
          </a:xfrm>
          <a:prstGeom prst="rect">
            <a:avLst/>
          </a:prstGeom>
        </p:spPr>
      </p:pic>
    </p:spTree>
    <p:extLst>
      <p:ext uri="{BB962C8B-B14F-4D97-AF65-F5344CB8AC3E}">
        <p14:creationId xmlns:p14="http://schemas.microsoft.com/office/powerpoint/2010/main" val="2741333695"/>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291" y="620202"/>
            <a:ext cx="7456355" cy="979339"/>
          </a:xfrm>
        </p:spPr>
        <p:txBody>
          <a:bodyPr>
            <a:normAutofit/>
          </a:bodyPr>
          <a:lstStyle/>
          <a:p>
            <a:r>
              <a:rPr lang="en-US" sz="4800" dirty="0">
                <a:solidFill>
                  <a:srgbClr val="7D3520"/>
                </a:solidFill>
                <a:latin typeface="Aptos Display"/>
              </a:rPr>
              <a:t>Objectives</a:t>
            </a:r>
          </a:p>
        </p:txBody>
      </p:sp>
      <p:graphicFrame>
        <p:nvGraphicFramePr>
          <p:cNvPr id="4" name="Diagram 3">
            <a:extLst>
              <a:ext uri="{FF2B5EF4-FFF2-40B4-BE49-F238E27FC236}">
                <a16:creationId xmlns:a16="http://schemas.microsoft.com/office/drawing/2014/main" id="{D501D503-11A1-B853-9B32-82A5B4FF61B4}"/>
              </a:ext>
            </a:extLst>
          </p:cNvPr>
          <p:cNvGraphicFramePr/>
          <p:nvPr>
            <p:extLst>
              <p:ext uri="{D42A27DB-BD31-4B8C-83A1-F6EECF244321}">
                <p14:modId xmlns:p14="http://schemas.microsoft.com/office/powerpoint/2010/main" val="3461486868"/>
              </p:ext>
            </p:extLst>
          </p:nvPr>
        </p:nvGraphicFramePr>
        <p:xfrm>
          <a:off x="454406" y="2102841"/>
          <a:ext cx="8220829" cy="4531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solidFill>
                  <a:srgbClr val="7D3520"/>
                </a:solidFill>
                <a:latin typeface="Aptos Display"/>
              </a:rPr>
              <a:t>Reason For Selection</a:t>
            </a:r>
            <a:r>
              <a:rPr lang="en-US" sz="4800" dirty="0">
                <a:solidFill>
                  <a:srgbClr val="C00000"/>
                </a:solidFill>
                <a:latin typeface="Aptos Display"/>
              </a:rPr>
              <a:t> </a:t>
            </a:r>
          </a:p>
        </p:txBody>
      </p:sp>
      <p:sp>
        <p:nvSpPr>
          <p:cNvPr id="3" name="Content Placeholder 2"/>
          <p:cNvSpPr>
            <a:spLocks noGrp="1"/>
          </p:cNvSpPr>
          <p:nvPr>
            <p:ph idx="1"/>
          </p:nvPr>
        </p:nvSpPr>
        <p:spPr/>
        <p:txBody>
          <a:bodyPr vert="horz" lIns="91440" tIns="45720" rIns="91440" bIns="45720" rtlCol="0" anchor="t">
            <a:normAutofit/>
          </a:bodyPr>
          <a:lstStyle/>
          <a:p>
            <a:endParaRPr/>
          </a:p>
          <a:p>
            <a:r>
              <a:rPr sz="3200" dirty="0">
                <a:solidFill>
                  <a:srgbClr val="A6841E"/>
                </a:solidFill>
                <a:latin typeface="Georgia Pro"/>
              </a:rPr>
              <a:t>Powerful, emotional survivor led narrative</a:t>
            </a:r>
          </a:p>
          <a:p>
            <a:r>
              <a:rPr sz="3200" dirty="0">
                <a:solidFill>
                  <a:srgbClr val="A6841E"/>
                </a:solidFill>
                <a:latin typeface="Georgia Pro"/>
              </a:rPr>
              <a:t>Reflects thousands of untold stories</a:t>
            </a:r>
          </a:p>
          <a:p>
            <a:r>
              <a:rPr sz="3200" dirty="0">
                <a:solidFill>
                  <a:srgbClr val="A6841E"/>
                </a:solidFill>
                <a:latin typeface="Georgia Pro"/>
              </a:rPr>
              <a:t>Makes us question </a:t>
            </a:r>
            <a:r>
              <a:rPr lang="en-US" sz="3200" dirty="0">
                <a:solidFill>
                  <a:srgbClr val="A6841E"/>
                </a:solidFill>
                <a:latin typeface="Georgia Pro"/>
              </a:rPr>
              <a:t>if</a:t>
            </a:r>
            <a:r>
              <a:rPr sz="3200" dirty="0">
                <a:solidFill>
                  <a:srgbClr val="A6841E"/>
                </a:solidFill>
                <a:latin typeface="Georgia Pro"/>
              </a:rPr>
              <a:t> survival </a:t>
            </a:r>
            <a:r>
              <a:rPr lang="en-US" sz="3200" dirty="0">
                <a:solidFill>
                  <a:srgbClr val="A6841E"/>
                </a:solidFill>
                <a:latin typeface="Georgia Pro"/>
              </a:rPr>
              <a:t> is enough</a:t>
            </a:r>
            <a:r>
              <a:rPr sz="3200" dirty="0">
                <a:solidFill>
                  <a:srgbClr val="A6841E"/>
                </a:solidFill>
                <a:latin typeface="Georgia Pro"/>
              </a:rPr>
              <a:t> </a:t>
            </a:r>
            <a:r>
              <a:rPr lang="en-US" sz="3200" dirty="0">
                <a:solidFill>
                  <a:srgbClr val="A6841E"/>
                </a:solidFill>
                <a:latin typeface="Georgia Pro"/>
              </a:rPr>
              <a:t>when justice</a:t>
            </a:r>
            <a:r>
              <a:rPr sz="3200" dirty="0">
                <a:solidFill>
                  <a:srgbClr val="A6841E"/>
                </a:solidFill>
                <a:latin typeface="Georgia Pro"/>
              </a:rPr>
              <a:t> is denied</a:t>
            </a:r>
            <a:r>
              <a:rPr lang="en-US" sz="3200" dirty="0">
                <a:solidFill>
                  <a:srgbClr val="A6841E"/>
                </a:solidFill>
                <a:latin typeface="Georgia Pro"/>
              </a:rPr>
              <a:t>?</a:t>
            </a:r>
            <a:endParaRPr sz="3200" dirty="0">
              <a:solidFill>
                <a:srgbClr val="A6841E"/>
              </a:solidFill>
              <a:latin typeface="Georgia Pro"/>
            </a:endParaRPr>
          </a:p>
        </p:txBody>
      </p:sp>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57" y="284026"/>
            <a:ext cx="4677296" cy="945722"/>
          </a:xfrm>
        </p:spPr>
        <p:txBody>
          <a:bodyPr/>
          <a:lstStyle/>
          <a:p>
            <a:r>
              <a:rPr dirty="0">
                <a:solidFill>
                  <a:srgbClr val="7D3520"/>
                </a:solidFill>
              </a:rPr>
              <a:t> </a:t>
            </a:r>
            <a:r>
              <a:rPr sz="4800" dirty="0">
                <a:solidFill>
                  <a:srgbClr val="7D3520"/>
                </a:solidFill>
                <a:latin typeface="Aptos Display"/>
              </a:rPr>
              <a:t>Honor Killings</a:t>
            </a:r>
            <a:endParaRPr lang="en-US" sz="4800">
              <a:solidFill>
                <a:srgbClr val="7D3520"/>
              </a:solidFill>
              <a:latin typeface="Aptos Display"/>
            </a:endParaRPr>
          </a:p>
        </p:txBody>
      </p:sp>
      <p:sp>
        <p:nvSpPr>
          <p:cNvPr id="3" name="Content Placeholder 2"/>
          <p:cNvSpPr>
            <a:spLocks noGrp="1"/>
          </p:cNvSpPr>
          <p:nvPr>
            <p:ph idx="1"/>
          </p:nvPr>
        </p:nvSpPr>
        <p:spPr>
          <a:xfrm>
            <a:off x="173161" y="1477548"/>
            <a:ext cx="5080707" cy="5181266"/>
          </a:xfrm>
        </p:spPr>
        <p:txBody>
          <a:bodyPr vert="horz" lIns="91440" tIns="45720" rIns="91440" bIns="45720" rtlCol="0" anchor="t">
            <a:noAutofit/>
          </a:bodyPr>
          <a:lstStyle/>
          <a:p>
            <a:endParaRPr/>
          </a:p>
          <a:p>
            <a:r>
              <a:rPr sz="2400" dirty="0">
                <a:solidFill>
                  <a:srgbClr val="FFC000"/>
                </a:solidFill>
                <a:latin typeface="Georgia Pro"/>
              </a:rPr>
              <a:t> </a:t>
            </a:r>
            <a:r>
              <a:rPr sz="2400" dirty="0">
                <a:solidFill>
                  <a:srgbClr val="A6841E"/>
                </a:solidFill>
                <a:latin typeface="Georgia Pro"/>
              </a:rPr>
              <a:t>Honor killing is murder to</a:t>
            </a:r>
            <a:r>
              <a:rPr lang="en-US" sz="2400" dirty="0">
                <a:solidFill>
                  <a:srgbClr val="A6841E"/>
                </a:solidFill>
                <a:latin typeface="Georgia Pro"/>
              </a:rPr>
              <a:t>  restore</a:t>
            </a:r>
            <a:r>
              <a:rPr sz="2400" dirty="0">
                <a:solidFill>
                  <a:srgbClr val="A6841E"/>
                </a:solidFill>
                <a:latin typeface="Georgia Pro"/>
              </a:rPr>
              <a:t> family honor</a:t>
            </a:r>
          </a:p>
          <a:p>
            <a:r>
              <a:rPr sz="2400" dirty="0">
                <a:solidFill>
                  <a:srgbClr val="A6841E"/>
                </a:solidFill>
                <a:latin typeface="Georgia Pro"/>
              </a:rPr>
              <a:t>Bushra </a:t>
            </a:r>
            <a:r>
              <a:rPr lang="en-US" sz="2400" dirty="0">
                <a:solidFill>
                  <a:srgbClr val="A6841E"/>
                </a:solidFill>
                <a:latin typeface="Georgia Pro"/>
              </a:rPr>
              <a:t>(2022):A teen</a:t>
            </a:r>
            <a:r>
              <a:rPr sz="2400" dirty="0">
                <a:solidFill>
                  <a:srgbClr val="A6841E"/>
                </a:solidFill>
                <a:latin typeface="Georgia Pro"/>
              </a:rPr>
              <a:t> from Faisalabad killed for having a phone</a:t>
            </a:r>
          </a:p>
          <a:p>
            <a:r>
              <a:rPr sz="2400" dirty="0">
                <a:solidFill>
                  <a:srgbClr val="A6841E"/>
                </a:solidFill>
                <a:latin typeface="Georgia Pro"/>
              </a:rPr>
              <a:t> 1005 women killed in Pakistan in 2022 in the name of honor </a:t>
            </a:r>
            <a:r>
              <a:rPr lang="en-US" sz="2400" dirty="0">
                <a:solidFill>
                  <a:srgbClr val="A6841E"/>
                </a:solidFill>
                <a:latin typeface="Georgia Pro"/>
              </a:rPr>
              <a:t> according to the Human</a:t>
            </a:r>
            <a:r>
              <a:rPr sz="2400" dirty="0">
                <a:solidFill>
                  <a:srgbClr val="A6841E"/>
                </a:solidFill>
                <a:latin typeface="Georgia Pro"/>
              </a:rPr>
              <a:t> Rights Commission of Pakistan</a:t>
            </a:r>
          </a:p>
          <a:p>
            <a:endParaRPr sz="2400" dirty="0">
              <a:solidFill>
                <a:srgbClr val="A6841E"/>
              </a:solidFill>
              <a:latin typeface="Georgia Pro"/>
            </a:endParaRPr>
          </a:p>
        </p:txBody>
      </p:sp>
      <p:pic>
        <p:nvPicPr>
          <p:cNvPr id="4" name="Picture 3" descr="A collage of a book&#10;&#10;AI-generated content may be incorrect.">
            <a:extLst>
              <a:ext uri="{FF2B5EF4-FFF2-40B4-BE49-F238E27FC236}">
                <a16:creationId xmlns:a16="http://schemas.microsoft.com/office/drawing/2014/main" id="{46CDDC73-8652-68AF-7C4D-8AD930C3CCBD}"/>
              </a:ext>
            </a:extLst>
          </p:cNvPr>
          <p:cNvPicPr>
            <a:picLocks noChangeAspect="1"/>
          </p:cNvPicPr>
          <p:nvPr/>
        </p:nvPicPr>
        <p:blipFill>
          <a:blip r:embed="rId2"/>
          <a:stretch>
            <a:fillRect/>
          </a:stretch>
        </p:blipFill>
        <p:spPr>
          <a:xfrm rot="5400000">
            <a:off x="4842338" y="2352114"/>
            <a:ext cx="4782112" cy="3341594"/>
          </a:xfrm>
          <a:prstGeom prst="rect">
            <a:avLst/>
          </a:prstGeom>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96" y="272820"/>
            <a:ext cx="7478766" cy="1326723"/>
          </a:xfrm>
        </p:spPr>
        <p:txBody>
          <a:bodyPr/>
          <a:lstStyle/>
          <a:p>
            <a:r>
              <a:rPr lang="en-US" dirty="0">
                <a:solidFill>
                  <a:srgbClr val="7D3520"/>
                </a:solidFill>
                <a:latin typeface="Aptos Display"/>
              </a:rPr>
              <a:t>Women’s</a:t>
            </a:r>
            <a:r>
              <a:rPr dirty="0">
                <a:solidFill>
                  <a:srgbClr val="7D3520"/>
                </a:solidFill>
                <a:latin typeface="Aptos Display"/>
              </a:rPr>
              <a:t> Rights</a:t>
            </a:r>
          </a:p>
        </p:txBody>
      </p:sp>
      <p:sp>
        <p:nvSpPr>
          <p:cNvPr id="3" name="Content Placeholder 2"/>
          <p:cNvSpPr>
            <a:spLocks noGrp="1"/>
          </p:cNvSpPr>
          <p:nvPr>
            <p:ph idx="1"/>
          </p:nvPr>
        </p:nvSpPr>
        <p:spPr>
          <a:xfrm>
            <a:off x="118918" y="1861958"/>
            <a:ext cx="5136737" cy="4665797"/>
          </a:xfrm>
        </p:spPr>
        <p:txBody>
          <a:bodyPr vert="horz" lIns="91440" tIns="45720" rIns="91440" bIns="45720" rtlCol="0" anchor="t">
            <a:normAutofit/>
          </a:bodyPr>
          <a:lstStyle/>
          <a:p>
            <a:endParaRPr lang="en-US" dirty="0">
              <a:solidFill>
                <a:srgbClr val="A6841E"/>
              </a:solidFill>
            </a:endParaRPr>
          </a:p>
          <a:p>
            <a:r>
              <a:rPr sz="2400" dirty="0">
                <a:solidFill>
                  <a:srgbClr val="A6841E"/>
                </a:solidFill>
                <a:latin typeface="Georgia Pro"/>
              </a:rPr>
              <a:t>Rights to education, safety, equality often denied</a:t>
            </a:r>
          </a:p>
          <a:p>
            <a:r>
              <a:rPr sz="2400" dirty="0">
                <a:solidFill>
                  <a:srgbClr val="A6841E"/>
                </a:solidFill>
                <a:latin typeface="Georgia Pro"/>
              </a:rPr>
              <a:t>Malala Yousafzai </a:t>
            </a:r>
            <a:r>
              <a:rPr lang="en-US" sz="2400" dirty="0">
                <a:solidFill>
                  <a:srgbClr val="A6841E"/>
                </a:solidFill>
                <a:latin typeface="Georgia Pro"/>
              </a:rPr>
              <a:t> in 2012</a:t>
            </a:r>
            <a:r>
              <a:rPr sz="2400" dirty="0">
                <a:solidFill>
                  <a:srgbClr val="A6841E"/>
                </a:solidFill>
                <a:latin typeface="Georgia Pro"/>
              </a:rPr>
              <a:t> Shot by Taliban for schooling activism</a:t>
            </a:r>
          </a:p>
          <a:p>
            <a:r>
              <a:rPr sz="2400" dirty="0">
                <a:solidFill>
                  <a:srgbClr val="A6841E"/>
                </a:solidFill>
                <a:latin typeface="Georgia Pro"/>
              </a:rPr>
              <a:t> 12 million girls </a:t>
            </a:r>
            <a:r>
              <a:rPr lang="en-US" sz="2400" dirty="0">
                <a:solidFill>
                  <a:srgbClr val="A6841E"/>
                </a:solidFill>
                <a:latin typeface="Georgia Pro"/>
              </a:rPr>
              <a:t> were out</a:t>
            </a:r>
            <a:r>
              <a:rPr sz="2400" dirty="0">
                <a:solidFill>
                  <a:srgbClr val="A6841E"/>
                </a:solidFill>
                <a:latin typeface="Georgia Pro"/>
              </a:rPr>
              <a:t> of school in Pakistan UNICEF 2023</a:t>
            </a:r>
          </a:p>
          <a:p>
            <a:r>
              <a:rPr sz="2400" dirty="0">
                <a:solidFill>
                  <a:srgbClr val="A6841E"/>
                </a:solidFill>
                <a:latin typeface="Georgia Pro"/>
              </a:rPr>
              <a:t>Violence </a:t>
            </a:r>
            <a:r>
              <a:rPr lang="en-US" sz="2400" dirty="0">
                <a:solidFill>
                  <a:srgbClr val="A6841E"/>
                </a:solidFill>
                <a:latin typeface="Georgia Pro"/>
              </a:rPr>
              <a:t> is used</a:t>
            </a:r>
            <a:r>
              <a:rPr sz="2400" dirty="0">
                <a:solidFill>
                  <a:srgbClr val="A6841E"/>
                </a:solidFill>
                <a:latin typeface="Georgia Pro"/>
              </a:rPr>
              <a:t> to control women's choices</a:t>
            </a:r>
          </a:p>
        </p:txBody>
      </p:sp>
      <p:pic>
        <p:nvPicPr>
          <p:cNvPr id="4" name="Picture 3" descr="A person standing at a podium&#10;&#10;AI-generated content may be incorrect.">
            <a:extLst>
              <a:ext uri="{FF2B5EF4-FFF2-40B4-BE49-F238E27FC236}">
                <a16:creationId xmlns:a16="http://schemas.microsoft.com/office/drawing/2014/main" id="{3FC1C988-2787-5D32-102F-54D27C57C086}"/>
              </a:ext>
            </a:extLst>
          </p:cNvPr>
          <p:cNvPicPr>
            <a:picLocks noChangeAspect="1"/>
          </p:cNvPicPr>
          <p:nvPr/>
        </p:nvPicPr>
        <p:blipFill>
          <a:blip r:embed="rId2"/>
          <a:stretch>
            <a:fillRect/>
          </a:stretch>
        </p:blipFill>
        <p:spPr>
          <a:xfrm>
            <a:off x="5563705" y="2419281"/>
            <a:ext cx="3361634" cy="3742220"/>
          </a:xfrm>
          <a:prstGeom prst="ellipse">
            <a:avLst/>
          </a:prstGeom>
          <a:ln>
            <a:noFill/>
          </a:ln>
          <a:effectLst>
            <a:softEdge rad="112500"/>
          </a:effectLst>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7D3520"/>
                </a:solidFill>
                <a:latin typeface="Aptos Display"/>
              </a:rPr>
              <a:t>Forgiveness Laws</a:t>
            </a:r>
            <a:endParaRPr lang="en-US">
              <a:solidFill>
                <a:srgbClr val="7D3520"/>
              </a:solidFill>
              <a:latin typeface="Aptos Display"/>
            </a:endParaRPr>
          </a:p>
        </p:txBody>
      </p:sp>
      <p:sp>
        <p:nvSpPr>
          <p:cNvPr id="3" name="Content Placeholder 2"/>
          <p:cNvSpPr>
            <a:spLocks noGrp="1"/>
          </p:cNvSpPr>
          <p:nvPr>
            <p:ph idx="1"/>
          </p:nvPr>
        </p:nvSpPr>
        <p:spPr>
          <a:xfrm>
            <a:off x="230725" y="2306782"/>
            <a:ext cx="5191998" cy="3870181"/>
          </a:xfrm>
        </p:spPr>
        <p:txBody>
          <a:bodyPr vert="horz" lIns="91440" tIns="45720" rIns="91440" bIns="45720" rtlCol="0" anchor="t">
            <a:normAutofit fontScale="92500" lnSpcReduction="10000"/>
          </a:bodyPr>
          <a:lstStyle/>
          <a:p>
            <a:endParaRPr lang="en-US" dirty="0">
              <a:solidFill>
                <a:srgbClr val="A6841E"/>
              </a:solidFill>
            </a:endParaRPr>
          </a:p>
          <a:p>
            <a:r>
              <a:rPr sz="2400" dirty="0">
                <a:solidFill>
                  <a:srgbClr val="A6841E"/>
                </a:solidFill>
                <a:latin typeface="Georgia Pro"/>
              </a:rPr>
              <a:t>Qisas and </a:t>
            </a:r>
            <a:r>
              <a:rPr lang="en-US" sz="2400" dirty="0">
                <a:solidFill>
                  <a:srgbClr val="A6841E"/>
                </a:solidFill>
                <a:latin typeface="Georgia Pro"/>
              </a:rPr>
              <a:t>Diyat</a:t>
            </a:r>
            <a:r>
              <a:rPr sz="2400" dirty="0">
                <a:solidFill>
                  <a:srgbClr val="A6841E"/>
                </a:solidFill>
                <a:latin typeface="Georgia Pro"/>
              </a:rPr>
              <a:t> laws allow family to forgive killers</a:t>
            </a:r>
          </a:p>
          <a:p>
            <a:r>
              <a:rPr sz="2400" dirty="0">
                <a:solidFill>
                  <a:srgbClr val="A6841E"/>
                </a:solidFill>
                <a:latin typeface="Georgia Pro"/>
              </a:rPr>
              <a:t>Samia Shahid 2016 British Pakistani killed by family</a:t>
            </a:r>
          </a:p>
          <a:p>
            <a:r>
              <a:rPr sz="2400" dirty="0">
                <a:solidFill>
                  <a:srgbClr val="A6841E"/>
                </a:solidFill>
                <a:latin typeface="Georgia Pro"/>
              </a:rPr>
              <a:t> When family is the perpetrator justice is impossible</a:t>
            </a:r>
          </a:p>
          <a:p>
            <a:r>
              <a:rPr sz="2400" dirty="0">
                <a:solidFill>
                  <a:srgbClr val="A6841E"/>
                </a:solidFill>
                <a:latin typeface="Georgia Pro"/>
              </a:rPr>
              <a:t>Law reformed only after 2016 due to pressure</a:t>
            </a:r>
          </a:p>
        </p:txBody>
      </p:sp>
      <p:pic>
        <p:nvPicPr>
          <p:cNvPr id="5" name="Picture 4" descr="A person with long black hair and a dress&#10;&#10;AI-generated content may be incorrect.">
            <a:extLst>
              <a:ext uri="{FF2B5EF4-FFF2-40B4-BE49-F238E27FC236}">
                <a16:creationId xmlns:a16="http://schemas.microsoft.com/office/drawing/2014/main" id="{DD5A6DF6-91F1-0F91-A0A9-951E6CD5D693}"/>
              </a:ext>
            </a:extLst>
          </p:cNvPr>
          <p:cNvPicPr>
            <a:picLocks noChangeAspect="1"/>
          </p:cNvPicPr>
          <p:nvPr/>
        </p:nvPicPr>
        <p:blipFill>
          <a:blip r:embed="rId2"/>
          <a:stretch>
            <a:fillRect/>
          </a:stretch>
        </p:blipFill>
        <p:spPr>
          <a:xfrm>
            <a:off x="5886657" y="2533998"/>
            <a:ext cx="2550076" cy="3623225"/>
          </a:xfrm>
          <a:prstGeom prst="ellipse">
            <a:avLst/>
          </a:prstGeom>
          <a:ln>
            <a:noFill/>
          </a:ln>
          <a:effectLst>
            <a:softEdge rad="112500"/>
          </a:effectLst>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2090C-4C60-18A6-5089-90F4053C0D86}"/>
              </a:ext>
            </a:extLst>
          </p:cNvPr>
          <p:cNvSpPr>
            <a:spLocks noGrp="1"/>
          </p:cNvSpPr>
          <p:nvPr>
            <p:ph type="title"/>
          </p:nvPr>
        </p:nvSpPr>
        <p:spPr>
          <a:xfrm>
            <a:off x="283483" y="5381957"/>
            <a:ext cx="5430220" cy="687425"/>
          </a:xfrm>
        </p:spPr>
        <p:txBody>
          <a:bodyPr vert="horz" lIns="91440" tIns="45720" rIns="91440" bIns="45720" rtlCol="0" anchor="t">
            <a:noAutofit/>
          </a:bodyPr>
          <a:lstStyle/>
          <a:p>
            <a:r>
              <a:rPr lang="en-US" sz="6000" dirty="0">
                <a:solidFill>
                  <a:srgbClr val="7D3520"/>
                </a:solidFill>
                <a:latin typeface="Aptos Display"/>
              </a:rPr>
              <a:t>Main Message</a:t>
            </a:r>
            <a:endParaRPr lang="en-US" sz="4900" b="0" dirty="0">
              <a:solidFill>
                <a:srgbClr val="000000"/>
              </a:solidFill>
              <a:latin typeface="Aptos Display"/>
            </a:endParaRPr>
          </a:p>
          <a:p>
            <a:endParaRPr lang="en-US" dirty="0"/>
          </a:p>
        </p:txBody>
      </p:sp>
      <p:sp>
        <p:nvSpPr>
          <p:cNvPr id="3" name="Date Placeholder 2">
            <a:extLst>
              <a:ext uri="{FF2B5EF4-FFF2-40B4-BE49-F238E27FC236}">
                <a16:creationId xmlns:a16="http://schemas.microsoft.com/office/drawing/2014/main" id="{FD4265E1-304A-C767-818C-B3B8F6732F47}"/>
              </a:ext>
            </a:extLst>
          </p:cNvPr>
          <p:cNvSpPr>
            <a:spLocks noGrp="1"/>
          </p:cNvSpPr>
          <p:nvPr>
            <p:ph type="dt" sz="half" idx="10"/>
          </p:nvPr>
        </p:nvSpPr>
        <p:spPr/>
        <p:txBody>
          <a:bodyPr/>
          <a:lstStyle/>
          <a:p>
            <a:fld id="{EF3BEB7A-2F16-4010-96BE-B67F1AC16D89}" type="datetime1">
              <a:t>7/2/2025</a:t>
            </a:fld>
            <a:endParaRPr lang="en-US" dirty="0"/>
          </a:p>
        </p:txBody>
      </p:sp>
      <p:sp>
        <p:nvSpPr>
          <p:cNvPr id="4" name="Footer Placeholder 3">
            <a:extLst>
              <a:ext uri="{FF2B5EF4-FFF2-40B4-BE49-F238E27FC236}">
                <a16:creationId xmlns:a16="http://schemas.microsoft.com/office/drawing/2014/main" id="{24DE9E2E-8A91-FC15-9EB0-BD5003BAB8F4}"/>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585FAE48-FE09-E194-8105-89D5F865061A}"/>
              </a:ext>
            </a:extLst>
          </p:cNvPr>
          <p:cNvSpPr>
            <a:spLocks noGrp="1"/>
          </p:cNvSpPr>
          <p:nvPr>
            <p:ph type="sldNum" sz="quarter" idx="12"/>
          </p:nvPr>
        </p:nvSpPr>
        <p:spPr/>
        <p:txBody>
          <a:bodyPr/>
          <a:lstStyle/>
          <a:p>
            <a:fld id="{6E91CC32-6A6B-4E2E-BBA1-6864F305DA26}" type="slidenum">
              <a:rPr lang="en-US" dirty="0"/>
              <a:t>11</a:t>
            </a:fld>
            <a:endParaRPr lang="en-US" dirty="0"/>
          </a:p>
        </p:txBody>
      </p:sp>
    </p:spTree>
    <p:extLst>
      <p:ext uri="{BB962C8B-B14F-4D97-AF65-F5344CB8AC3E}">
        <p14:creationId xmlns:p14="http://schemas.microsoft.com/office/powerpoint/2010/main" val="640906613"/>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081" y="1056022"/>
            <a:ext cx="7467560" cy="5214886"/>
          </a:xfrm>
        </p:spPr>
        <p:txBody>
          <a:bodyPr vert="horz" lIns="91440" tIns="45720" rIns="91440" bIns="45720" rtlCol="0" anchor="t">
            <a:noAutofit/>
          </a:bodyPr>
          <a:lstStyle/>
          <a:p>
            <a:endParaRPr/>
          </a:p>
          <a:p>
            <a:r>
              <a:rPr sz="2800" dirty="0">
                <a:solidFill>
                  <a:srgbClr val="A6841E"/>
                </a:solidFill>
                <a:latin typeface="Georgia Pro"/>
              </a:rPr>
              <a:t>Honor valued more than a woman's life</a:t>
            </a:r>
          </a:p>
          <a:p>
            <a:r>
              <a:rPr sz="2800" dirty="0">
                <a:solidFill>
                  <a:srgbClr val="A6841E"/>
                </a:solidFill>
                <a:latin typeface="Georgia Pro"/>
              </a:rPr>
              <a:t>Saba age 18 shot by father and uncle, survived</a:t>
            </a:r>
          </a:p>
          <a:p>
            <a:r>
              <a:rPr sz="2800" dirty="0">
                <a:solidFill>
                  <a:srgbClr val="A6841E"/>
                </a:solidFill>
                <a:latin typeface="Georgia Pro"/>
              </a:rPr>
              <a:t>Pressured to forgive</a:t>
            </a:r>
          </a:p>
          <a:p>
            <a:r>
              <a:rPr sz="2800" dirty="0">
                <a:solidFill>
                  <a:srgbClr val="A6841E"/>
                </a:solidFill>
                <a:latin typeface="Georgia Pro"/>
              </a:rPr>
              <a:t>Exposes how law favors perpetrators over victims</a:t>
            </a:r>
          </a:p>
        </p:txBody>
      </p:sp>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96" y="620202"/>
            <a:ext cx="7478766" cy="1102604"/>
          </a:xfrm>
        </p:spPr>
        <p:txBody>
          <a:bodyPr/>
          <a:lstStyle/>
          <a:p>
            <a:r>
              <a:rPr dirty="0">
                <a:solidFill>
                  <a:srgbClr val="7D3520"/>
                </a:solidFill>
              </a:rPr>
              <a:t>About the Director</a:t>
            </a:r>
          </a:p>
        </p:txBody>
      </p:sp>
      <p:sp>
        <p:nvSpPr>
          <p:cNvPr id="3" name="Content Placeholder 2"/>
          <p:cNvSpPr>
            <a:spLocks noGrp="1"/>
          </p:cNvSpPr>
          <p:nvPr>
            <p:ph idx="1"/>
          </p:nvPr>
        </p:nvSpPr>
        <p:spPr>
          <a:xfrm>
            <a:off x="240396" y="2306782"/>
            <a:ext cx="5517736" cy="3870181"/>
          </a:xfrm>
        </p:spPr>
        <p:txBody>
          <a:bodyPr vert="horz" lIns="91440" tIns="45720" rIns="91440" bIns="45720" rtlCol="0" anchor="t">
            <a:normAutofit lnSpcReduction="10000"/>
          </a:bodyPr>
          <a:lstStyle/>
          <a:p>
            <a:endParaRPr/>
          </a:p>
          <a:p>
            <a:r>
              <a:rPr sz="2800" dirty="0">
                <a:solidFill>
                  <a:srgbClr val="A6841E"/>
                </a:solidFill>
              </a:rPr>
              <a:t>Sharmeen Obaid Chinoy</a:t>
            </a:r>
          </a:p>
          <a:p>
            <a:r>
              <a:rPr sz="2800" dirty="0">
                <a:solidFill>
                  <a:srgbClr val="A6841E"/>
                </a:solidFill>
              </a:rPr>
              <a:t>First Pakistani woman to win 2 Oscars</a:t>
            </a:r>
          </a:p>
          <a:p>
            <a:r>
              <a:rPr sz="2800" dirty="0">
                <a:solidFill>
                  <a:srgbClr val="A6841E"/>
                </a:solidFill>
              </a:rPr>
              <a:t>Saving Face 2012</a:t>
            </a:r>
          </a:p>
          <a:p>
            <a:r>
              <a:rPr sz="2800" dirty="0">
                <a:solidFill>
                  <a:srgbClr val="A6841E"/>
                </a:solidFill>
              </a:rPr>
              <a:t>A Girl in the River 2016</a:t>
            </a:r>
          </a:p>
          <a:p>
            <a:r>
              <a:rPr sz="2800" dirty="0">
                <a:solidFill>
                  <a:srgbClr val="A6841E"/>
                </a:solidFill>
              </a:rPr>
              <a:t>Named in Time 100 list in 2012</a:t>
            </a:r>
          </a:p>
        </p:txBody>
      </p:sp>
      <p:pic>
        <p:nvPicPr>
          <p:cNvPr id="4" name="Picture 3" descr="A person holding a trophy&#10;&#10;AI-generated content may be incorrect.">
            <a:extLst>
              <a:ext uri="{FF2B5EF4-FFF2-40B4-BE49-F238E27FC236}">
                <a16:creationId xmlns:a16="http://schemas.microsoft.com/office/drawing/2014/main" id="{B116C4F8-7673-04B4-259D-DF8DEBEECA87}"/>
              </a:ext>
            </a:extLst>
          </p:cNvPr>
          <p:cNvPicPr>
            <a:picLocks noChangeAspect="1"/>
          </p:cNvPicPr>
          <p:nvPr/>
        </p:nvPicPr>
        <p:blipFill>
          <a:blip r:embed="rId2"/>
          <a:stretch>
            <a:fillRect/>
          </a:stretch>
        </p:blipFill>
        <p:spPr>
          <a:xfrm>
            <a:off x="5935508" y="2490653"/>
            <a:ext cx="2824443" cy="374612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7" y="110084"/>
            <a:ext cx="7467560" cy="1438780"/>
          </a:xfrm>
        </p:spPr>
        <p:txBody>
          <a:bodyPr>
            <a:normAutofit/>
          </a:bodyPr>
          <a:lstStyle/>
          <a:p>
            <a:r>
              <a:rPr sz="4000" dirty="0">
                <a:solidFill>
                  <a:srgbClr val="7D3520"/>
                </a:solidFill>
                <a:latin typeface="Aptos Display"/>
              </a:rPr>
              <a:t>Her Filmmaking Style</a:t>
            </a:r>
            <a:endParaRPr lang="en-US" sz="4000">
              <a:solidFill>
                <a:srgbClr val="7D3520"/>
              </a:solidFill>
              <a:latin typeface="Aptos Display"/>
            </a:endParaRPr>
          </a:p>
        </p:txBody>
      </p:sp>
      <p:sp>
        <p:nvSpPr>
          <p:cNvPr id="3" name="Content Placeholder 2"/>
          <p:cNvSpPr>
            <a:spLocks noGrp="1"/>
          </p:cNvSpPr>
          <p:nvPr>
            <p:ph idx="1"/>
          </p:nvPr>
        </p:nvSpPr>
        <p:spPr>
          <a:xfrm>
            <a:off x="109247" y="1997565"/>
            <a:ext cx="4461313" cy="4329468"/>
          </a:xfrm>
        </p:spPr>
        <p:txBody>
          <a:bodyPr vert="horz" lIns="91440" tIns="45720" rIns="91440" bIns="45720" rtlCol="0" anchor="t">
            <a:noAutofit/>
          </a:bodyPr>
          <a:lstStyle/>
          <a:p>
            <a:endParaRPr/>
          </a:p>
          <a:p>
            <a:r>
              <a:rPr sz="2400" dirty="0">
                <a:solidFill>
                  <a:srgbClr val="A6841E"/>
                </a:solidFill>
              </a:rPr>
              <a:t>Focus women, injustice, extremism</a:t>
            </a:r>
          </a:p>
          <a:p>
            <a:r>
              <a:rPr sz="2400" dirty="0">
                <a:solidFill>
                  <a:srgbClr val="A6841E"/>
                </a:solidFill>
              </a:rPr>
              <a:t>Features real survivors</a:t>
            </a:r>
          </a:p>
          <a:p>
            <a:r>
              <a:rPr sz="2400" dirty="0">
                <a:solidFill>
                  <a:srgbClr val="A6841E"/>
                </a:solidFill>
              </a:rPr>
              <a:t>Uses journalism and cinema to create impact</a:t>
            </a:r>
          </a:p>
          <a:p>
            <a:r>
              <a:rPr sz="2400" dirty="0">
                <a:solidFill>
                  <a:srgbClr val="A6841E"/>
                </a:solidFill>
              </a:rPr>
              <a:t>Aims to influence policy not just awareness</a:t>
            </a:r>
          </a:p>
        </p:txBody>
      </p:sp>
      <p:pic>
        <p:nvPicPr>
          <p:cNvPr id="4" name="Picture 3" descr="A person standing in front of a painting&#10;&#10;AI-generated content may be incorrect.">
            <a:extLst>
              <a:ext uri="{FF2B5EF4-FFF2-40B4-BE49-F238E27FC236}">
                <a16:creationId xmlns:a16="http://schemas.microsoft.com/office/drawing/2014/main" id="{1B45BBF2-BB40-04A6-1AD7-5455BD9B6CC1}"/>
              </a:ext>
            </a:extLst>
          </p:cNvPr>
          <p:cNvPicPr>
            <a:picLocks noChangeAspect="1"/>
          </p:cNvPicPr>
          <p:nvPr/>
        </p:nvPicPr>
        <p:blipFill>
          <a:blip r:embed="rId2"/>
          <a:stretch>
            <a:fillRect/>
          </a:stretch>
        </p:blipFill>
        <p:spPr>
          <a:xfrm>
            <a:off x="4565151" y="1544246"/>
            <a:ext cx="4575262" cy="2617810"/>
          </a:xfrm>
          <a:prstGeom prst="rect">
            <a:avLst/>
          </a:prstGeom>
          <a:ln>
            <a:noFill/>
          </a:ln>
          <a:effectLst>
            <a:softEdge rad="112500"/>
          </a:effectLst>
        </p:spPr>
      </p:pic>
      <p:pic>
        <p:nvPicPr>
          <p:cNvPr id="5" name="Picture 4" descr="A person standing on a path with grass and trees in the background&#10;&#10;AI-generated content may be incorrect.">
            <a:extLst>
              <a:ext uri="{FF2B5EF4-FFF2-40B4-BE49-F238E27FC236}">
                <a16:creationId xmlns:a16="http://schemas.microsoft.com/office/drawing/2014/main" id="{E66F3852-A24F-D03E-E21E-D694D20F41BF}"/>
              </a:ext>
            </a:extLst>
          </p:cNvPr>
          <p:cNvPicPr>
            <a:picLocks noChangeAspect="1"/>
          </p:cNvPicPr>
          <p:nvPr/>
        </p:nvPicPr>
        <p:blipFill>
          <a:blip r:embed="rId3"/>
          <a:stretch>
            <a:fillRect/>
          </a:stretch>
        </p:blipFill>
        <p:spPr>
          <a:xfrm>
            <a:off x="4570414" y="4292324"/>
            <a:ext cx="4586219" cy="2204831"/>
          </a:xfrm>
          <a:prstGeom prst="rect">
            <a:avLst/>
          </a:prstGeom>
          <a:ln>
            <a:noFill/>
          </a:ln>
          <a:effectLst>
            <a:softEdge rad="112500"/>
          </a:effectLst>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7" y="275736"/>
            <a:ext cx="7467560" cy="1438780"/>
          </a:xfrm>
        </p:spPr>
        <p:txBody>
          <a:bodyPr/>
          <a:lstStyle/>
          <a:p>
            <a:r>
              <a:rPr lang="en-US" dirty="0">
                <a:solidFill>
                  <a:srgbClr val="7D3520"/>
                </a:solidFill>
                <a:latin typeface="Aptos Display"/>
              </a:rPr>
              <a:t>Reference to  </a:t>
            </a:r>
            <a:r>
              <a:rPr dirty="0">
                <a:solidFill>
                  <a:srgbClr val="7D3520"/>
                </a:solidFill>
                <a:latin typeface="Aptos Display"/>
              </a:rPr>
              <a:t>Documentaries</a:t>
            </a:r>
            <a:endParaRPr lang="en-US" dirty="0">
              <a:solidFill>
                <a:srgbClr val="7D3520"/>
              </a:solidFill>
              <a:latin typeface="Aptos Display"/>
            </a:endParaRPr>
          </a:p>
        </p:txBody>
      </p:sp>
      <p:sp>
        <p:nvSpPr>
          <p:cNvPr id="3" name="Content Placeholder 2"/>
          <p:cNvSpPr>
            <a:spLocks noGrp="1"/>
          </p:cNvSpPr>
          <p:nvPr>
            <p:ph idx="1"/>
          </p:nvPr>
        </p:nvSpPr>
        <p:spPr>
          <a:xfrm>
            <a:off x="230725" y="2306782"/>
            <a:ext cx="4325614" cy="4381660"/>
          </a:xfrm>
        </p:spPr>
        <p:txBody>
          <a:bodyPr vert="horz" lIns="91440" tIns="45720" rIns="91440" bIns="45720" rtlCol="0" anchor="t">
            <a:normAutofit fontScale="85000" lnSpcReduction="20000"/>
          </a:bodyPr>
          <a:lstStyle/>
          <a:p>
            <a:endParaRPr/>
          </a:p>
          <a:p>
            <a:r>
              <a:rPr sz="2800" b="1" dirty="0">
                <a:solidFill>
                  <a:srgbClr val="A6841E"/>
                </a:solidFill>
                <a:latin typeface="Georgia Pro"/>
              </a:rPr>
              <a:t>Saving Face 2012 </a:t>
            </a:r>
            <a:r>
              <a:rPr lang="en-US" sz="2800" dirty="0">
                <a:solidFill>
                  <a:srgbClr val="A6841E"/>
                </a:solidFill>
                <a:latin typeface="Georgia Pro"/>
              </a:rPr>
              <a:t>:</a:t>
            </a:r>
          </a:p>
          <a:p>
            <a:r>
              <a:rPr lang="en-US" sz="2800" dirty="0">
                <a:solidFill>
                  <a:srgbClr val="A6841E"/>
                </a:solidFill>
                <a:latin typeface="Georgia Pro"/>
              </a:rPr>
              <a:t> </a:t>
            </a:r>
            <a:r>
              <a:rPr sz="2800" dirty="0">
                <a:solidFill>
                  <a:srgbClr val="A6841E"/>
                </a:solidFill>
                <a:latin typeface="Georgia Pro"/>
              </a:rPr>
              <a:t>Acid attack survivors led to Acid Control Act</a:t>
            </a:r>
            <a:endParaRPr/>
          </a:p>
          <a:p>
            <a:r>
              <a:rPr sz="2800" b="1" dirty="0">
                <a:solidFill>
                  <a:srgbClr val="A6841E"/>
                </a:solidFill>
                <a:latin typeface="Georgia Pro"/>
              </a:rPr>
              <a:t>Freedom Fighters 2018</a:t>
            </a:r>
            <a:r>
              <a:rPr sz="2800" dirty="0">
                <a:solidFill>
                  <a:srgbClr val="A6841E"/>
                </a:solidFill>
                <a:latin typeface="Georgia Pro"/>
              </a:rPr>
              <a:t> </a:t>
            </a:r>
            <a:r>
              <a:rPr lang="en-US" sz="2800" dirty="0">
                <a:solidFill>
                  <a:srgbClr val="A6841E"/>
                </a:solidFill>
                <a:latin typeface="Georgia Pro"/>
              </a:rPr>
              <a:t>: </a:t>
            </a:r>
            <a:r>
              <a:rPr sz="2800" dirty="0">
                <a:solidFill>
                  <a:srgbClr val="A6841E"/>
                </a:solidFill>
                <a:latin typeface="Georgia Pro"/>
              </a:rPr>
              <a:t>Women activists</a:t>
            </a:r>
          </a:p>
          <a:p>
            <a:r>
              <a:rPr lang="en-US" sz="2800" b="1" dirty="0">
                <a:solidFill>
                  <a:srgbClr val="A6841E"/>
                </a:solidFill>
                <a:latin typeface="Georgia Pro"/>
              </a:rPr>
              <a:t>Song of Lahore 2015</a:t>
            </a:r>
            <a:r>
              <a:rPr lang="en-US" sz="2800" dirty="0">
                <a:solidFill>
                  <a:srgbClr val="A6841E"/>
                </a:solidFill>
                <a:latin typeface="Georgia Pro"/>
              </a:rPr>
              <a:t>:</a:t>
            </a:r>
          </a:p>
          <a:p>
            <a:r>
              <a:rPr lang="en-US" sz="2800" dirty="0">
                <a:solidFill>
                  <a:srgbClr val="A6841E"/>
                </a:solidFill>
                <a:latin typeface="Georgia Pro"/>
              </a:rPr>
              <a:t> A story of underrated singers attacked by extremists</a:t>
            </a:r>
            <a:endParaRPr lang="en-US"/>
          </a:p>
          <a:p>
            <a:endParaRPr sz="2800" dirty="0">
              <a:solidFill>
                <a:srgbClr val="A6841E"/>
              </a:solidFill>
              <a:latin typeface="Georgia Pro"/>
            </a:endParaRPr>
          </a:p>
        </p:txBody>
      </p:sp>
      <p:pic>
        <p:nvPicPr>
          <p:cNvPr id="4" name="Picture 3" descr="A person sitting on a window sill holding a guitar&#10;&#10;AI-generated content may be incorrect.">
            <a:extLst>
              <a:ext uri="{FF2B5EF4-FFF2-40B4-BE49-F238E27FC236}">
                <a16:creationId xmlns:a16="http://schemas.microsoft.com/office/drawing/2014/main" id="{6826E406-7BA5-8568-3DF2-DA3FF8219992}"/>
              </a:ext>
            </a:extLst>
          </p:cNvPr>
          <p:cNvPicPr>
            <a:picLocks noChangeAspect="1"/>
          </p:cNvPicPr>
          <p:nvPr/>
        </p:nvPicPr>
        <p:blipFill>
          <a:blip r:embed="rId2"/>
          <a:stretch>
            <a:fillRect/>
          </a:stretch>
        </p:blipFill>
        <p:spPr>
          <a:xfrm>
            <a:off x="6491808" y="4321935"/>
            <a:ext cx="2277259" cy="1752732"/>
          </a:xfrm>
          <a:prstGeom prst="rect">
            <a:avLst/>
          </a:prstGeom>
        </p:spPr>
      </p:pic>
      <p:pic>
        <p:nvPicPr>
          <p:cNvPr id="5" name="Picture 4" descr="A hand holding a photo of a person&#10;&#10;AI-generated content may be incorrect.">
            <a:extLst>
              <a:ext uri="{FF2B5EF4-FFF2-40B4-BE49-F238E27FC236}">
                <a16:creationId xmlns:a16="http://schemas.microsoft.com/office/drawing/2014/main" id="{6C69E4F8-A82A-C295-2F4E-892EBA6F1CB8}"/>
              </a:ext>
            </a:extLst>
          </p:cNvPr>
          <p:cNvPicPr>
            <a:picLocks noChangeAspect="1"/>
          </p:cNvPicPr>
          <p:nvPr/>
        </p:nvPicPr>
        <p:blipFill>
          <a:blip r:embed="rId3"/>
          <a:stretch>
            <a:fillRect/>
          </a:stretch>
        </p:blipFill>
        <p:spPr>
          <a:xfrm rot="16200000">
            <a:off x="3720295" y="3319985"/>
            <a:ext cx="3196095" cy="1783785"/>
          </a:xfrm>
          <a:prstGeom prst="rect">
            <a:avLst/>
          </a:prstGeom>
        </p:spPr>
      </p:pic>
      <p:pic>
        <p:nvPicPr>
          <p:cNvPr id="6" name="Picture 5" descr="A person in a black uniform&#10;&#10;AI-generated content may be incorrect.">
            <a:extLst>
              <a:ext uri="{FF2B5EF4-FFF2-40B4-BE49-F238E27FC236}">
                <a16:creationId xmlns:a16="http://schemas.microsoft.com/office/drawing/2014/main" id="{FF3233E3-4781-AB31-CB32-ABE6D0EE9D76}"/>
              </a:ext>
            </a:extLst>
          </p:cNvPr>
          <p:cNvPicPr>
            <a:picLocks noChangeAspect="1"/>
          </p:cNvPicPr>
          <p:nvPr/>
        </p:nvPicPr>
        <p:blipFill>
          <a:blip r:embed="rId4"/>
          <a:stretch>
            <a:fillRect/>
          </a:stretch>
        </p:blipFill>
        <p:spPr>
          <a:xfrm>
            <a:off x="6487113" y="2302309"/>
            <a:ext cx="2411912" cy="1773216"/>
          </a:xfrm>
          <a:prstGeom prst="rect">
            <a:avLst/>
          </a:prstGeom>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7D3520"/>
                </a:solidFill>
                <a:latin typeface="Aptos Display"/>
              </a:rPr>
              <a:t>Global Awareness</a:t>
            </a:r>
          </a:p>
        </p:txBody>
      </p:sp>
      <p:sp>
        <p:nvSpPr>
          <p:cNvPr id="3" name="Content Placeholder 2"/>
          <p:cNvSpPr>
            <a:spLocks noGrp="1"/>
          </p:cNvSpPr>
          <p:nvPr>
            <p:ph idx="1"/>
          </p:nvPr>
        </p:nvSpPr>
        <p:spPr>
          <a:xfrm>
            <a:off x="241163" y="2306782"/>
            <a:ext cx="4137725" cy="3870181"/>
          </a:xfrm>
        </p:spPr>
        <p:txBody>
          <a:bodyPr vert="horz" lIns="91440" tIns="45720" rIns="91440" bIns="45720" rtlCol="0" anchor="t">
            <a:normAutofit fontScale="92500" lnSpcReduction="10000"/>
          </a:bodyPr>
          <a:lstStyle/>
          <a:p>
            <a:endParaRPr/>
          </a:p>
          <a:p>
            <a:r>
              <a:rPr sz="2800" dirty="0">
                <a:solidFill>
                  <a:srgbClr val="A6841E"/>
                </a:solidFill>
              </a:rPr>
              <a:t>Screened at United Nations</a:t>
            </a:r>
          </a:p>
          <a:p>
            <a:r>
              <a:rPr sz="2800" dirty="0">
                <a:solidFill>
                  <a:srgbClr val="A6841E"/>
                </a:solidFill>
              </a:rPr>
              <a:t>Inspired international legal debates</a:t>
            </a:r>
          </a:p>
          <a:p>
            <a:r>
              <a:rPr sz="2800" dirty="0">
                <a:solidFill>
                  <a:srgbClr val="A6841E"/>
                </a:solidFill>
              </a:rPr>
              <a:t>Became symbol for South Asian women's rights movement</a:t>
            </a:r>
          </a:p>
        </p:txBody>
      </p:sp>
      <p:pic>
        <p:nvPicPr>
          <p:cNvPr id="5" name="Picture 4" descr="A white text on a black background&#10;&#10;AI-generated content may be incorrect.">
            <a:extLst>
              <a:ext uri="{FF2B5EF4-FFF2-40B4-BE49-F238E27FC236}">
                <a16:creationId xmlns:a16="http://schemas.microsoft.com/office/drawing/2014/main" id="{B55ACA91-A1E2-46F7-1CEA-89864418EFE4}"/>
              </a:ext>
            </a:extLst>
          </p:cNvPr>
          <p:cNvPicPr>
            <a:picLocks noChangeAspect="1"/>
          </p:cNvPicPr>
          <p:nvPr/>
        </p:nvPicPr>
        <p:blipFill>
          <a:blip r:embed="rId2"/>
          <a:stretch>
            <a:fillRect/>
          </a:stretch>
        </p:blipFill>
        <p:spPr>
          <a:xfrm>
            <a:off x="3969055" y="3431595"/>
            <a:ext cx="5175338" cy="300937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815FF-6131-FA17-029B-4CB2CE5E4DEA}"/>
              </a:ext>
            </a:extLst>
          </p:cNvPr>
          <p:cNvSpPr>
            <a:spLocks noGrp="1"/>
          </p:cNvSpPr>
          <p:nvPr>
            <p:ph type="title"/>
          </p:nvPr>
        </p:nvSpPr>
        <p:spPr>
          <a:xfrm>
            <a:off x="253703" y="3828177"/>
            <a:ext cx="7122308" cy="3211358"/>
          </a:xfrm>
        </p:spPr>
        <p:txBody>
          <a:bodyPr/>
          <a:lstStyle/>
          <a:p>
            <a:r>
              <a:rPr lang="en-US" sz="6600" dirty="0">
                <a:solidFill>
                  <a:srgbClr val="7D3520"/>
                </a:solidFill>
                <a:latin typeface="Aptos Display"/>
              </a:rPr>
              <a:t>Summary</a:t>
            </a:r>
            <a:r>
              <a:rPr lang="en-US" sz="6000" dirty="0">
                <a:solidFill>
                  <a:srgbClr val="7D3520"/>
                </a:solidFill>
                <a:latin typeface="Aptos Display"/>
              </a:rPr>
              <a:t> of the Documentary</a:t>
            </a:r>
            <a:endParaRPr lang="en-US" sz="6000" b="0">
              <a:solidFill>
                <a:srgbClr val="000000"/>
              </a:solidFill>
              <a:latin typeface="Aptos Display"/>
            </a:endParaRPr>
          </a:p>
          <a:p>
            <a:endParaRPr lang="en-US" dirty="0"/>
          </a:p>
        </p:txBody>
      </p:sp>
      <p:sp>
        <p:nvSpPr>
          <p:cNvPr id="3" name="Date Placeholder 2">
            <a:extLst>
              <a:ext uri="{FF2B5EF4-FFF2-40B4-BE49-F238E27FC236}">
                <a16:creationId xmlns:a16="http://schemas.microsoft.com/office/drawing/2014/main" id="{342670C3-2833-542C-8D1D-69BBD686371D}"/>
              </a:ext>
            </a:extLst>
          </p:cNvPr>
          <p:cNvSpPr>
            <a:spLocks noGrp="1"/>
          </p:cNvSpPr>
          <p:nvPr>
            <p:ph type="dt" sz="half" idx="10"/>
          </p:nvPr>
        </p:nvSpPr>
        <p:spPr/>
        <p:txBody>
          <a:bodyPr/>
          <a:lstStyle/>
          <a:p>
            <a:fld id="{FD45A04A-4C09-4430-8E56-B472684F09D3}" type="datetime1">
              <a:t>7/2/2025</a:t>
            </a:fld>
            <a:endParaRPr lang="en-US" dirty="0"/>
          </a:p>
        </p:txBody>
      </p:sp>
      <p:sp>
        <p:nvSpPr>
          <p:cNvPr id="4" name="Footer Placeholder 3">
            <a:extLst>
              <a:ext uri="{FF2B5EF4-FFF2-40B4-BE49-F238E27FC236}">
                <a16:creationId xmlns:a16="http://schemas.microsoft.com/office/drawing/2014/main" id="{0FECB40C-E507-D248-1575-8C4B72F4CF5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F011F471-282B-5693-4797-F02ADB38A03F}"/>
              </a:ext>
            </a:extLst>
          </p:cNvPr>
          <p:cNvSpPr>
            <a:spLocks noGrp="1"/>
          </p:cNvSpPr>
          <p:nvPr>
            <p:ph type="sldNum" sz="quarter" idx="12"/>
          </p:nvPr>
        </p:nvSpPr>
        <p:spPr/>
        <p:txBody>
          <a:bodyPr/>
          <a:lstStyle/>
          <a:p>
            <a:fld id="{6E91CC32-6A6B-4E2E-BBA1-6864F305DA26}" type="slidenum">
              <a:rPr lang="en-US" dirty="0"/>
              <a:t>17</a:t>
            </a:fld>
            <a:endParaRPr lang="en-US" dirty="0"/>
          </a:p>
        </p:txBody>
      </p:sp>
    </p:spTree>
    <p:extLst>
      <p:ext uri="{BB962C8B-B14F-4D97-AF65-F5344CB8AC3E}">
        <p14:creationId xmlns:p14="http://schemas.microsoft.com/office/powerpoint/2010/main" val="2988603663"/>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601" y="1186194"/>
            <a:ext cx="7467560" cy="4990769"/>
          </a:xfrm>
        </p:spPr>
        <p:txBody>
          <a:bodyPr vert="horz" lIns="91440" tIns="45720" rIns="91440" bIns="45720" rtlCol="0" anchor="t">
            <a:noAutofit/>
          </a:bodyPr>
          <a:lstStyle/>
          <a:p>
            <a:endParaRPr/>
          </a:p>
          <a:p>
            <a:r>
              <a:rPr sz="2800" dirty="0">
                <a:solidFill>
                  <a:srgbClr val="A6841E"/>
                </a:solidFill>
                <a:latin typeface="Georgia Pro"/>
              </a:rPr>
              <a:t>Saba marries by choice attacked by family</a:t>
            </a:r>
          </a:p>
          <a:p>
            <a:r>
              <a:rPr sz="2800" dirty="0">
                <a:solidFill>
                  <a:srgbClr val="A6841E"/>
                </a:solidFill>
                <a:latin typeface="Georgia Pro"/>
              </a:rPr>
              <a:t>Survives with bullet wounds</a:t>
            </a:r>
          </a:p>
          <a:p>
            <a:r>
              <a:rPr sz="2800" dirty="0">
                <a:solidFill>
                  <a:srgbClr val="A6841E"/>
                </a:solidFill>
                <a:latin typeface="Georgia Pro"/>
              </a:rPr>
              <a:t>Faces pressure to forgive in court</a:t>
            </a:r>
          </a:p>
          <a:p>
            <a:r>
              <a:rPr sz="2800" dirty="0">
                <a:solidFill>
                  <a:srgbClr val="A6841E"/>
                </a:solidFill>
                <a:latin typeface="Georgia Pro"/>
              </a:rPr>
              <a:t>Her story reflects thousands who do not survive</a:t>
            </a:r>
          </a:p>
        </p:txBody>
      </p:sp>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7D3520"/>
                </a:solidFill>
                <a:latin typeface="Aptos Display"/>
              </a:rPr>
              <a:t>Legal Loophole</a:t>
            </a:r>
            <a:endParaRPr lang="en-US">
              <a:solidFill>
                <a:srgbClr val="7D3520"/>
              </a:solidFill>
              <a:latin typeface="Aptos Display"/>
            </a:endParaRPr>
          </a:p>
        </p:txBody>
      </p:sp>
      <p:sp>
        <p:nvSpPr>
          <p:cNvPr id="3" name="Content Placeholder 2"/>
          <p:cNvSpPr>
            <a:spLocks noGrp="1"/>
          </p:cNvSpPr>
          <p:nvPr>
            <p:ph idx="1"/>
          </p:nvPr>
        </p:nvSpPr>
        <p:spPr>
          <a:xfrm>
            <a:off x="240396" y="2306782"/>
            <a:ext cx="5338442" cy="3870181"/>
          </a:xfrm>
        </p:spPr>
        <p:txBody>
          <a:bodyPr vert="horz" lIns="91440" tIns="45720" rIns="91440" bIns="45720" rtlCol="0" anchor="t">
            <a:normAutofit/>
          </a:bodyPr>
          <a:lstStyle/>
          <a:p>
            <a:endParaRPr/>
          </a:p>
          <a:p>
            <a:r>
              <a:rPr sz="2800" dirty="0">
                <a:solidFill>
                  <a:srgbClr val="A6841E"/>
                </a:solidFill>
                <a:latin typeface="Georgia Pro"/>
              </a:rPr>
              <a:t>Qisas lets family </a:t>
            </a:r>
            <a:r>
              <a:rPr lang="en-US" sz="2800" dirty="0">
                <a:solidFill>
                  <a:srgbClr val="A6841E"/>
                </a:solidFill>
                <a:latin typeface="Georgia Pro"/>
              </a:rPr>
              <a:t>forgive is </a:t>
            </a:r>
            <a:r>
              <a:rPr sz="2800" dirty="0">
                <a:solidFill>
                  <a:srgbClr val="A6841E"/>
                </a:solidFill>
                <a:latin typeface="Georgia Pro"/>
              </a:rPr>
              <a:t>used to escape justice</a:t>
            </a:r>
          </a:p>
          <a:p>
            <a:r>
              <a:rPr sz="2800" dirty="0">
                <a:solidFill>
                  <a:srgbClr val="A6841E"/>
                </a:solidFill>
                <a:latin typeface="Georgia Pro"/>
              </a:rPr>
              <a:t>Saba’s case shows how law becomes negotiation</a:t>
            </a:r>
          </a:p>
          <a:p>
            <a:r>
              <a:rPr sz="2800" dirty="0">
                <a:solidFill>
                  <a:srgbClr val="A6841E"/>
                </a:solidFill>
                <a:latin typeface="Georgia Pro"/>
              </a:rPr>
              <a:t>Justice becomes a private affair not a public right</a:t>
            </a:r>
          </a:p>
        </p:txBody>
      </p:sp>
      <p:pic>
        <p:nvPicPr>
          <p:cNvPr id="4" name="Picture 3" descr="A black scale with arrows around it&#10;&#10;AI-generated content may be incorrect.">
            <a:extLst>
              <a:ext uri="{FF2B5EF4-FFF2-40B4-BE49-F238E27FC236}">
                <a16:creationId xmlns:a16="http://schemas.microsoft.com/office/drawing/2014/main" id="{80048E2C-91E4-36C6-EE22-1EA7C6577ABF}"/>
              </a:ext>
            </a:extLst>
          </p:cNvPr>
          <p:cNvPicPr>
            <a:picLocks noChangeAspect="1"/>
          </p:cNvPicPr>
          <p:nvPr/>
        </p:nvPicPr>
        <p:blipFill>
          <a:blip r:embed="rId2"/>
          <a:stretch>
            <a:fillRect/>
          </a:stretch>
        </p:blipFill>
        <p:spPr>
          <a:xfrm>
            <a:off x="5771310" y="3182752"/>
            <a:ext cx="2879351" cy="287935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7D3520"/>
                </a:solidFill>
              </a:rPr>
              <a:t>Real World Echoes</a:t>
            </a:r>
            <a:endParaRPr lang="en-US" dirty="0">
              <a:solidFill>
                <a:srgbClr val="7D3520"/>
              </a:solidFill>
            </a:endParaRPr>
          </a:p>
        </p:txBody>
      </p:sp>
      <p:sp>
        <p:nvSpPr>
          <p:cNvPr id="3" name="Content Placeholder 2"/>
          <p:cNvSpPr>
            <a:spLocks noGrp="1"/>
          </p:cNvSpPr>
          <p:nvPr>
            <p:ph idx="1"/>
          </p:nvPr>
        </p:nvSpPr>
        <p:spPr>
          <a:xfrm>
            <a:off x="229191" y="2598134"/>
            <a:ext cx="4576442" cy="3578829"/>
          </a:xfrm>
        </p:spPr>
        <p:txBody>
          <a:bodyPr vert="horz" lIns="91440" tIns="45720" rIns="91440" bIns="45720" rtlCol="0" anchor="t">
            <a:normAutofit fontScale="92500" lnSpcReduction="10000"/>
          </a:bodyPr>
          <a:lstStyle/>
          <a:p>
            <a:endParaRPr/>
          </a:p>
          <a:p>
            <a:r>
              <a:rPr sz="2400" dirty="0">
                <a:solidFill>
                  <a:srgbClr val="A6841E"/>
                </a:solidFill>
              </a:rPr>
              <a:t>Qandeel Baloch 2016 Killed by </a:t>
            </a:r>
            <a:r>
              <a:rPr lang="en-US" sz="2400" dirty="0">
                <a:solidFill>
                  <a:srgbClr val="A6841E"/>
                </a:solidFill>
              </a:rPr>
              <a:t>her brother and  </a:t>
            </a:r>
            <a:r>
              <a:rPr sz="2400" dirty="0">
                <a:solidFill>
                  <a:srgbClr val="A6841E"/>
                </a:solidFill>
              </a:rPr>
              <a:t>parents tried to forgive</a:t>
            </a:r>
          </a:p>
          <a:p>
            <a:r>
              <a:rPr sz="2400" dirty="0">
                <a:solidFill>
                  <a:srgbClr val="A6841E"/>
                </a:solidFill>
              </a:rPr>
              <a:t>Samia Shahid </a:t>
            </a:r>
            <a:r>
              <a:rPr lang="en-US" sz="2400" dirty="0">
                <a:solidFill>
                  <a:srgbClr val="A6841E"/>
                </a:solidFill>
              </a:rPr>
              <a:t>in  </a:t>
            </a:r>
            <a:r>
              <a:rPr sz="2400" dirty="0">
                <a:solidFill>
                  <a:srgbClr val="A6841E"/>
                </a:solidFill>
              </a:rPr>
              <a:t>2016 Killed for marrying freely</a:t>
            </a:r>
          </a:p>
          <a:p>
            <a:r>
              <a:rPr sz="2400" dirty="0">
                <a:solidFill>
                  <a:srgbClr val="A6841E"/>
                </a:solidFill>
              </a:rPr>
              <a:t>Fakhra Younus </a:t>
            </a:r>
            <a:r>
              <a:rPr lang="en-US" sz="2400" dirty="0">
                <a:solidFill>
                  <a:srgbClr val="A6841E"/>
                </a:solidFill>
              </a:rPr>
              <a:t> in early 2000</a:t>
            </a:r>
            <a:r>
              <a:rPr sz="2400" dirty="0">
                <a:solidFill>
                  <a:srgbClr val="A6841E"/>
                </a:solidFill>
              </a:rPr>
              <a:t> Acid attack, died by suicide</a:t>
            </a:r>
          </a:p>
          <a:p>
            <a:endParaRPr sz="2400" dirty="0">
              <a:solidFill>
                <a:srgbClr val="A6841E"/>
              </a:solidFill>
            </a:endParaRPr>
          </a:p>
        </p:txBody>
      </p:sp>
      <p:pic>
        <p:nvPicPr>
          <p:cNvPr id="4" name="Picture 3" descr="A person wearing sunglasses and a colorful scarf&#10;&#10;AI-generated content may be incorrect.">
            <a:extLst>
              <a:ext uri="{FF2B5EF4-FFF2-40B4-BE49-F238E27FC236}">
                <a16:creationId xmlns:a16="http://schemas.microsoft.com/office/drawing/2014/main" id="{99E091EE-32E0-23D9-5949-07FBBFAB927B}"/>
              </a:ext>
            </a:extLst>
          </p:cNvPr>
          <p:cNvPicPr>
            <a:picLocks noChangeAspect="1"/>
          </p:cNvPicPr>
          <p:nvPr/>
        </p:nvPicPr>
        <p:blipFill>
          <a:blip r:embed="rId2"/>
          <a:stretch>
            <a:fillRect/>
          </a:stretch>
        </p:blipFill>
        <p:spPr>
          <a:xfrm>
            <a:off x="4796281" y="2841189"/>
            <a:ext cx="4325470" cy="34296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7D3520"/>
                </a:solidFill>
                <a:latin typeface="Aptos Display"/>
              </a:rPr>
              <a:t>Broader Statistics</a:t>
            </a:r>
            <a:endParaRPr lang="en-US" dirty="0">
              <a:solidFill>
                <a:srgbClr val="7D3520"/>
              </a:solidFill>
              <a:latin typeface="Aptos Display"/>
            </a:endParaRPr>
          </a:p>
        </p:txBody>
      </p:sp>
      <p:graphicFrame>
        <p:nvGraphicFramePr>
          <p:cNvPr id="4" name="Content Placeholder 3">
            <a:extLst>
              <a:ext uri="{FF2B5EF4-FFF2-40B4-BE49-F238E27FC236}">
                <a16:creationId xmlns:a16="http://schemas.microsoft.com/office/drawing/2014/main" id="{FCD7B7AC-41B4-8901-5E2C-79DC25741AE1}"/>
              </a:ext>
            </a:extLst>
          </p:cNvPr>
          <p:cNvGraphicFramePr>
            <a:graphicFrameLocks noGrp="1"/>
          </p:cNvGraphicFramePr>
          <p:nvPr>
            <p:ph idx="1"/>
            <p:extLst>
              <p:ext uri="{D42A27DB-BD31-4B8C-83A1-F6EECF244321}">
                <p14:modId xmlns:p14="http://schemas.microsoft.com/office/powerpoint/2010/main" val="2942390840"/>
              </p:ext>
            </p:extLst>
          </p:nvPr>
        </p:nvGraphicFramePr>
        <p:xfrm>
          <a:off x="620619" y="2373873"/>
          <a:ext cx="7467600" cy="3870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249" y="1131681"/>
            <a:ext cx="5108493" cy="3818726"/>
          </a:xfrm>
        </p:spPr>
        <p:txBody>
          <a:bodyPr>
            <a:normAutofit/>
          </a:bodyPr>
          <a:lstStyle/>
          <a:p>
            <a:r>
              <a:rPr lang="en-US" sz="6000" dirty="0">
                <a:solidFill>
                  <a:srgbClr val="7D3520"/>
                </a:solidFill>
              </a:rPr>
              <a:t>   </a:t>
            </a:r>
            <a:r>
              <a:rPr sz="6000" dirty="0">
                <a:solidFill>
                  <a:srgbClr val="7D3520"/>
                </a:solidFill>
              </a:rPr>
              <a:t>Strengths </a:t>
            </a:r>
            <a:br>
              <a:rPr lang="en-US" sz="6000" dirty="0">
                <a:solidFill>
                  <a:srgbClr val="7D3520"/>
                </a:solidFill>
              </a:rPr>
            </a:br>
            <a:r>
              <a:rPr lang="en-US" sz="6000" dirty="0">
                <a:solidFill>
                  <a:srgbClr val="7D3520"/>
                </a:solidFill>
              </a:rPr>
              <a:t>         </a:t>
            </a:r>
            <a:r>
              <a:rPr sz="6000" dirty="0">
                <a:solidFill>
                  <a:srgbClr val="7D3520"/>
                </a:solidFill>
              </a:rPr>
              <a:t>and</a:t>
            </a:r>
            <a:br>
              <a:rPr lang="en-US" sz="6000" dirty="0">
                <a:solidFill>
                  <a:srgbClr val="7D3520"/>
                </a:solidFill>
              </a:rPr>
            </a:br>
            <a:r>
              <a:rPr lang="en-US" sz="6000" dirty="0">
                <a:solidFill>
                  <a:srgbClr val="7D3520"/>
                </a:solidFill>
              </a:rPr>
              <a:t> </a:t>
            </a:r>
            <a:r>
              <a:rPr sz="6000" dirty="0">
                <a:solidFill>
                  <a:srgbClr val="7D3520"/>
                </a:solidFill>
              </a:rPr>
              <a:t>Weaknesses</a:t>
            </a:r>
            <a:endParaRPr lang="en-US" sz="6000" dirty="0">
              <a:solidFill>
                <a:srgbClr val="7D3520"/>
              </a:solidFill>
            </a:endParaRPr>
          </a:p>
        </p:txBody>
      </p:sp>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5F497-753A-7848-4BE5-1254D9C82520}"/>
              </a:ext>
            </a:extLst>
          </p:cNvPr>
          <p:cNvSpPr>
            <a:spLocks noGrp="1"/>
          </p:cNvSpPr>
          <p:nvPr>
            <p:ph type="title"/>
          </p:nvPr>
        </p:nvSpPr>
        <p:spPr/>
        <p:txBody>
          <a:bodyPr/>
          <a:lstStyle/>
          <a:p>
            <a:r>
              <a:rPr lang="en-US" dirty="0">
                <a:solidFill>
                  <a:srgbClr val="7D3520"/>
                </a:solidFill>
                <a:latin typeface="Aptos Display"/>
              </a:rPr>
              <a:t>Strengths </a:t>
            </a:r>
          </a:p>
        </p:txBody>
      </p:sp>
      <p:sp>
        <p:nvSpPr>
          <p:cNvPr id="3" name="Content Placeholder 2">
            <a:extLst>
              <a:ext uri="{FF2B5EF4-FFF2-40B4-BE49-F238E27FC236}">
                <a16:creationId xmlns:a16="http://schemas.microsoft.com/office/drawing/2014/main" id="{91E3A8CE-3631-4178-1237-B52AC8F6A618}"/>
              </a:ext>
            </a:extLst>
          </p:cNvPr>
          <p:cNvSpPr>
            <a:spLocks noGrp="1"/>
          </p:cNvSpPr>
          <p:nvPr>
            <p:ph idx="1"/>
          </p:nvPr>
        </p:nvSpPr>
        <p:spPr>
          <a:xfrm>
            <a:off x="230725" y="2306782"/>
            <a:ext cx="5118930" cy="4141578"/>
          </a:xfrm>
        </p:spPr>
        <p:txBody>
          <a:bodyPr vert="horz" lIns="91440" tIns="45720" rIns="91440" bIns="45720" rtlCol="0" anchor="t">
            <a:normAutofit/>
          </a:bodyPr>
          <a:lstStyle/>
          <a:p>
            <a:endParaRPr lang="en-US" dirty="0"/>
          </a:p>
          <a:p>
            <a:r>
              <a:rPr lang="en-US" sz="3600" dirty="0">
                <a:solidFill>
                  <a:srgbClr val="A6841E"/>
                </a:solidFill>
                <a:latin typeface="Georgia Pro"/>
              </a:rPr>
              <a:t>Real survivor’s voice</a:t>
            </a:r>
          </a:p>
          <a:p>
            <a:r>
              <a:rPr lang="en-US" sz="3600" dirty="0">
                <a:solidFill>
                  <a:srgbClr val="A6841E"/>
                </a:solidFill>
                <a:latin typeface="Georgia Pro"/>
              </a:rPr>
              <a:t>Legal critique with global impact</a:t>
            </a:r>
          </a:p>
          <a:p>
            <a:r>
              <a:rPr lang="en-US" sz="3600" dirty="0">
                <a:solidFill>
                  <a:srgbClr val="A6841E"/>
                </a:solidFill>
                <a:latin typeface="Georgia Pro"/>
              </a:rPr>
              <a:t>Influenced national law in 2016</a:t>
            </a:r>
          </a:p>
          <a:p>
            <a:endParaRPr lang="en-US" sz="3600" dirty="0">
              <a:solidFill>
                <a:srgbClr val="A6841E"/>
              </a:solidFill>
              <a:latin typeface="Georgia Pro"/>
            </a:endParaRPr>
          </a:p>
          <a:p>
            <a:endParaRPr lang="en-US" dirty="0"/>
          </a:p>
        </p:txBody>
      </p:sp>
      <p:sp>
        <p:nvSpPr>
          <p:cNvPr id="4" name="Date Placeholder 3">
            <a:extLst>
              <a:ext uri="{FF2B5EF4-FFF2-40B4-BE49-F238E27FC236}">
                <a16:creationId xmlns:a16="http://schemas.microsoft.com/office/drawing/2014/main" id="{20528861-6005-3BD4-FA72-9A1FE2E48D5A}"/>
              </a:ext>
            </a:extLst>
          </p:cNvPr>
          <p:cNvSpPr>
            <a:spLocks noGrp="1"/>
          </p:cNvSpPr>
          <p:nvPr>
            <p:ph type="dt" sz="half" idx="10"/>
          </p:nvPr>
        </p:nvSpPr>
        <p:spPr/>
        <p:txBody>
          <a:bodyPr/>
          <a:lstStyle/>
          <a:p>
            <a:fld id="{00B49C86-247E-4B66-B1EB-307668A5B7C1}" type="datetime1">
              <a:t>7/2/2025</a:t>
            </a:fld>
            <a:endParaRPr lang="en-US" dirty="0"/>
          </a:p>
        </p:txBody>
      </p:sp>
      <p:sp>
        <p:nvSpPr>
          <p:cNvPr id="5" name="Footer Placeholder 4">
            <a:extLst>
              <a:ext uri="{FF2B5EF4-FFF2-40B4-BE49-F238E27FC236}">
                <a16:creationId xmlns:a16="http://schemas.microsoft.com/office/drawing/2014/main" id="{94FA85D3-8D84-7B66-68E6-DCBFA3753A1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77C5D30-D695-9D7E-37D8-F3A1CA0D4057}"/>
              </a:ext>
            </a:extLst>
          </p:cNvPr>
          <p:cNvSpPr>
            <a:spLocks noGrp="1"/>
          </p:cNvSpPr>
          <p:nvPr>
            <p:ph type="sldNum" sz="quarter" idx="12"/>
          </p:nvPr>
        </p:nvSpPr>
        <p:spPr/>
        <p:txBody>
          <a:bodyPr/>
          <a:lstStyle/>
          <a:p>
            <a:fld id="{6E91CC32-6A6B-4E2E-BBA1-6864F305DA26}" type="slidenum">
              <a:rPr lang="en-US" dirty="0"/>
              <a:t>23</a:t>
            </a:fld>
            <a:endParaRPr lang="en-US" dirty="0"/>
          </a:p>
        </p:txBody>
      </p:sp>
      <p:pic>
        <p:nvPicPr>
          <p:cNvPr id="7" name="Picture 6">
            <a:extLst>
              <a:ext uri="{FF2B5EF4-FFF2-40B4-BE49-F238E27FC236}">
                <a16:creationId xmlns:a16="http://schemas.microsoft.com/office/drawing/2014/main" id="{53249F89-4ABD-6BAB-A872-BD39210E542A}"/>
              </a:ext>
            </a:extLst>
          </p:cNvPr>
          <p:cNvPicPr>
            <a:picLocks noChangeAspect="1"/>
          </p:cNvPicPr>
          <p:nvPr/>
        </p:nvPicPr>
        <p:blipFill>
          <a:blip r:embed="rId2"/>
          <a:stretch>
            <a:fillRect/>
          </a:stretch>
        </p:blipFill>
        <p:spPr>
          <a:xfrm>
            <a:off x="5038174" y="3123428"/>
            <a:ext cx="3839948" cy="295206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714552477"/>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D3279-3800-B34D-F88A-8EC7C8B01C34}"/>
              </a:ext>
            </a:extLst>
          </p:cNvPr>
          <p:cNvSpPr>
            <a:spLocks noGrp="1"/>
          </p:cNvSpPr>
          <p:nvPr>
            <p:ph type="title"/>
          </p:nvPr>
        </p:nvSpPr>
        <p:spPr/>
        <p:txBody>
          <a:bodyPr/>
          <a:lstStyle/>
          <a:p>
            <a:r>
              <a:rPr lang="en-US" dirty="0">
                <a:solidFill>
                  <a:srgbClr val="7D3520"/>
                </a:solidFill>
                <a:latin typeface="Aptos Display"/>
              </a:rPr>
              <a:t>Weaknesses</a:t>
            </a:r>
          </a:p>
        </p:txBody>
      </p:sp>
      <p:sp>
        <p:nvSpPr>
          <p:cNvPr id="3" name="Content Placeholder 2">
            <a:extLst>
              <a:ext uri="{FF2B5EF4-FFF2-40B4-BE49-F238E27FC236}">
                <a16:creationId xmlns:a16="http://schemas.microsoft.com/office/drawing/2014/main" id="{137BEC35-4C49-29DF-9B8A-9A8F71FABCB2}"/>
              </a:ext>
            </a:extLst>
          </p:cNvPr>
          <p:cNvSpPr>
            <a:spLocks noGrp="1"/>
          </p:cNvSpPr>
          <p:nvPr>
            <p:ph idx="1"/>
          </p:nvPr>
        </p:nvSpPr>
        <p:spPr>
          <a:xfrm>
            <a:off x="230725" y="2557303"/>
            <a:ext cx="4325615" cy="3870181"/>
          </a:xfrm>
        </p:spPr>
        <p:txBody>
          <a:bodyPr vert="horz" lIns="91440" tIns="45720" rIns="91440" bIns="45720" rtlCol="0" anchor="t">
            <a:normAutofit fontScale="92500"/>
          </a:bodyPr>
          <a:lstStyle/>
          <a:p>
            <a:endParaRPr lang="en-US" sz="2000" dirty="0">
              <a:latin typeface="Georgia Pro"/>
            </a:endParaRPr>
          </a:p>
          <a:p>
            <a:r>
              <a:rPr lang="en-US" sz="3200" dirty="0">
                <a:solidFill>
                  <a:srgbClr val="A6841E"/>
                </a:solidFill>
                <a:latin typeface="Georgia Pro"/>
              </a:rPr>
              <a:t>Focuses on one case only</a:t>
            </a:r>
          </a:p>
          <a:p>
            <a:r>
              <a:rPr lang="en-US" sz="3200" dirty="0">
                <a:solidFill>
                  <a:srgbClr val="A6841E"/>
                </a:solidFill>
                <a:latin typeface="Georgia Pro"/>
              </a:rPr>
              <a:t>No long term follow up</a:t>
            </a:r>
          </a:p>
          <a:p>
            <a:r>
              <a:rPr lang="en-US" sz="3200" dirty="0">
                <a:solidFill>
                  <a:srgbClr val="A6841E"/>
                </a:solidFill>
                <a:latin typeface="Georgia Pro"/>
              </a:rPr>
              <a:t>Minimal visuals, repetitive shots</a:t>
            </a:r>
          </a:p>
          <a:p>
            <a:endParaRPr lang="en-US" sz="2800" dirty="0">
              <a:solidFill>
                <a:srgbClr val="A6841E"/>
              </a:solidFill>
            </a:endParaRPr>
          </a:p>
        </p:txBody>
      </p:sp>
      <p:sp>
        <p:nvSpPr>
          <p:cNvPr id="4" name="Date Placeholder 3">
            <a:extLst>
              <a:ext uri="{FF2B5EF4-FFF2-40B4-BE49-F238E27FC236}">
                <a16:creationId xmlns:a16="http://schemas.microsoft.com/office/drawing/2014/main" id="{09AC8A64-F4E3-3A28-3AB5-9FA5809EE9F0}"/>
              </a:ext>
            </a:extLst>
          </p:cNvPr>
          <p:cNvSpPr>
            <a:spLocks noGrp="1"/>
          </p:cNvSpPr>
          <p:nvPr>
            <p:ph type="dt" sz="half" idx="10"/>
          </p:nvPr>
        </p:nvSpPr>
        <p:spPr/>
        <p:txBody>
          <a:bodyPr/>
          <a:lstStyle/>
          <a:p>
            <a:fld id="{4E2B09BB-7625-448A-BE4E-E7B61C5A7841}" type="datetime1">
              <a:t>7/2/2025</a:t>
            </a:fld>
            <a:endParaRPr lang="en-US" dirty="0"/>
          </a:p>
        </p:txBody>
      </p:sp>
      <p:sp>
        <p:nvSpPr>
          <p:cNvPr id="5" name="Footer Placeholder 4">
            <a:extLst>
              <a:ext uri="{FF2B5EF4-FFF2-40B4-BE49-F238E27FC236}">
                <a16:creationId xmlns:a16="http://schemas.microsoft.com/office/drawing/2014/main" id="{BE2D7AF5-59CC-F800-7303-6C6971FDBF1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7D47BDF-A240-F794-6078-138589E15B0D}"/>
              </a:ext>
            </a:extLst>
          </p:cNvPr>
          <p:cNvSpPr>
            <a:spLocks noGrp="1"/>
          </p:cNvSpPr>
          <p:nvPr>
            <p:ph type="sldNum" sz="quarter" idx="12"/>
          </p:nvPr>
        </p:nvSpPr>
        <p:spPr/>
        <p:txBody>
          <a:bodyPr/>
          <a:lstStyle/>
          <a:p>
            <a:fld id="{6E91CC32-6A6B-4E2E-BBA1-6864F305DA26}" type="slidenum">
              <a:rPr lang="en-US" dirty="0"/>
              <a:t>24</a:t>
            </a:fld>
            <a:endParaRPr lang="en-US" dirty="0"/>
          </a:p>
        </p:txBody>
      </p:sp>
      <p:pic>
        <p:nvPicPr>
          <p:cNvPr id="7" name="Picture 6" descr="A person standing on a cliff&#10;&#10;AI-generated content may be incorrect.">
            <a:extLst>
              <a:ext uri="{FF2B5EF4-FFF2-40B4-BE49-F238E27FC236}">
                <a16:creationId xmlns:a16="http://schemas.microsoft.com/office/drawing/2014/main" id="{55B6A94D-1D2A-1C24-E304-B7DBCF76E736}"/>
              </a:ext>
            </a:extLst>
          </p:cNvPr>
          <p:cNvPicPr>
            <a:picLocks noChangeAspect="1"/>
          </p:cNvPicPr>
          <p:nvPr/>
        </p:nvPicPr>
        <p:blipFill>
          <a:blip r:embed="rId2"/>
          <a:stretch>
            <a:fillRect/>
          </a:stretch>
        </p:blipFill>
        <p:spPr>
          <a:xfrm>
            <a:off x="4525289" y="3254542"/>
            <a:ext cx="4623669" cy="2821748"/>
          </a:xfrm>
          <a:prstGeom prst="rect">
            <a:avLst/>
          </a:prstGeom>
          <a:ln>
            <a:noFill/>
          </a:ln>
          <a:effectLst>
            <a:softEdge rad="112500"/>
          </a:effectLst>
        </p:spPr>
      </p:pic>
    </p:spTree>
    <p:extLst>
      <p:ext uri="{BB962C8B-B14F-4D97-AF65-F5344CB8AC3E}">
        <p14:creationId xmlns:p14="http://schemas.microsoft.com/office/powerpoint/2010/main" val="1068604786"/>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7D3520"/>
                </a:solidFill>
              </a:rPr>
              <a:t>Political Impact</a:t>
            </a:r>
          </a:p>
        </p:txBody>
      </p:sp>
      <p:sp>
        <p:nvSpPr>
          <p:cNvPr id="3" name="Content Placeholder 2"/>
          <p:cNvSpPr>
            <a:spLocks noGrp="1"/>
          </p:cNvSpPr>
          <p:nvPr>
            <p:ph idx="1"/>
          </p:nvPr>
        </p:nvSpPr>
        <p:spPr>
          <a:xfrm>
            <a:off x="229958" y="2056262"/>
            <a:ext cx="5493943" cy="4676082"/>
          </a:xfrm>
        </p:spPr>
        <p:txBody>
          <a:bodyPr vert="horz" lIns="91440" tIns="45720" rIns="91440" bIns="45720" rtlCol="0" anchor="t">
            <a:noAutofit/>
          </a:bodyPr>
          <a:lstStyle/>
          <a:p>
            <a:endParaRPr/>
          </a:p>
          <a:p>
            <a:r>
              <a:rPr sz="2800" dirty="0">
                <a:solidFill>
                  <a:srgbClr val="A6841E"/>
                </a:solidFill>
                <a:latin typeface="Georgia Pro"/>
              </a:rPr>
              <a:t>Oscar win February </a:t>
            </a:r>
            <a:r>
              <a:rPr lang="en-US" sz="2800" dirty="0">
                <a:solidFill>
                  <a:srgbClr val="A6841E"/>
                </a:solidFill>
                <a:latin typeface="Georgia Pro"/>
              </a:rPr>
              <a:t>28,2016</a:t>
            </a:r>
            <a:endParaRPr sz="2800" dirty="0">
              <a:solidFill>
                <a:srgbClr val="A6841E"/>
              </a:solidFill>
              <a:latin typeface="Georgia Pro"/>
            </a:endParaRPr>
          </a:p>
          <a:p>
            <a:r>
              <a:rPr sz="2800" dirty="0">
                <a:solidFill>
                  <a:srgbClr val="A6841E"/>
                </a:solidFill>
                <a:latin typeface="Georgia Pro"/>
              </a:rPr>
              <a:t>PM Nawaz Sharif promised law reform</a:t>
            </a:r>
          </a:p>
          <a:p>
            <a:r>
              <a:rPr sz="2800" dirty="0">
                <a:solidFill>
                  <a:srgbClr val="A6841E"/>
                </a:solidFill>
                <a:latin typeface="Georgia Pro"/>
              </a:rPr>
              <a:t>October 6</a:t>
            </a:r>
            <a:r>
              <a:rPr lang="en-US" sz="2800" dirty="0">
                <a:solidFill>
                  <a:srgbClr val="A6841E"/>
                </a:solidFill>
                <a:latin typeface="Georgia Pro"/>
              </a:rPr>
              <a:t>,</a:t>
            </a:r>
            <a:r>
              <a:rPr sz="2800" dirty="0">
                <a:solidFill>
                  <a:srgbClr val="A6841E"/>
                </a:solidFill>
                <a:latin typeface="Georgia Pro"/>
              </a:rPr>
              <a:t> 2016</a:t>
            </a:r>
            <a:r>
              <a:rPr lang="en-US" sz="2800" dirty="0">
                <a:solidFill>
                  <a:srgbClr val="A6841E"/>
                </a:solidFill>
                <a:latin typeface="Georgia Pro"/>
              </a:rPr>
              <a:t>,</a:t>
            </a:r>
            <a:r>
              <a:rPr sz="2800" dirty="0">
                <a:solidFill>
                  <a:srgbClr val="A6841E"/>
                </a:solidFill>
                <a:latin typeface="Georgia Pro"/>
              </a:rPr>
              <a:t> Parliament passed anti honor killing law</a:t>
            </a:r>
          </a:p>
          <a:p>
            <a:r>
              <a:rPr sz="2800" dirty="0">
                <a:solidFill>
                  <a:srgbClr val="A6841E"/>
                </a:solidFill>
                <a:latin typeface="Georgia Pro"/>
              </a:rPr>
              <a:t>Mandatory life sentence even with forgiveness</a:t>
            </a:r>
          </a:p>
        </p:txBody>
      </p:sp>
      <p:pic>
        <p:nvPicPr>
          <p:cNvPr id="4" name="Picture 3" descr="A person with his hand on his chest&#10;&#10;AI-generated content may be incorrect.">
            <a:extLst>
              <a:ext uri="{FF2B5EF4-FFF2-40B4-BE49-F238E27FC236}">
                <a16:creationId xmlns:a16="http://schemas.microsoft.com/office/drawing/2014/main" id="{AD048218-9996-532E-3E12-EC9A462E3CB3}"/>
              </a:ext>
            </a:extLst>
          </p:cNvPr>
          <p:cNvPicPr>
            <a:picLocks noChangeAspect="1"/>
          </p:cNvPicPr>
          <p:nvPr/>
        </p:nvPicPr>
        <p:blipFill>
          <a:blip r:embed="rId2"/>
          <a:stretch>
            <a:fillRect/>
          </a:stretch>
        </p:blipFill>
        <p:spPr>
          <a:xfrm>
            <a:off x="5992074" y="2475587"/>
            <a:ext cx="2535607" cy="3827484"/>
          </a:xfrm>
          <a:prstGeom prst="rect">
            <a:avLst/>
          </a:prstGeom>
        </p:spPr>
      </p:pic>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105" y="-457510"/>
            <a:ext cx="7478766" cy="1444951"/>
          </a:xfrm>
        </p:spPr>
        <p:txBody>
          <a:bodyPr/>
          <a:lstStyle/>
          <a:p>
            <a:r>
              <a:rPr dirty="0">
                <a:solidFill>
                  <a:srgbClr val="7D3520"/>
                </a:solidFill>
                <a:latin typeface="Aptos Display"/>
              </a:rPr>
              <a:t>Final Reflection</a:t>
            </a:r>
            <a:endParaRPr lang="en-US">
              <a:solidFill>
                <a:srgbClr val="7D3520"/>
              </a:solidFill>
              <a:latin typeface="Aptos Display"/>
            </a:endParaRPr>
          </a:p>
        </p:txBody>
      </p:sp>
      <p:graphicFrame>
        <p:nvGraphicFramePr>
          <p:cNvPr id="4" name="Content Placeholder 3">
            <a:extLst>
              <a:ext uri="{FF2B5EF4-FFF2-40B4-BE49-F238E27FC236}">
                <a16:creationId xmlns:a16="http://schemas.microsoft.com/office/drawing/2014/main" id="{30EB28BC-A434-37ED-F727-FBB5026405E6}"/>
              </a:ext>
            </a:extLst>
          </p:cNvPr>
          <p:cNvGraphicFramePr>
            <a:graphicFrameLocks noGrp="1"/>
          </p:cNvGraphicFramePr>
          <p:nvPr>
            <p:ph idx="1"/>
            <p:extLst>
              <p:ext uri="{D42A27DB-BD31-4B8C-83A1-F6EECF244321}">
                <p14:modId xmlns:p14="http://schemas.microsoft.com/office/powerpoint/2010/main" val="3054830085"/>
              </p:ext>
            </p:extLst>
          </p:nvPr>
        </p:nvGraphicFramePr>
        <p:xfrm>
          <a:off x="-1856271" y="6232180"/>
          <a:ext cx="8835" cy="293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3" name="Diagram 152">
            <a:extLst>
              <a:ext uri="{FF2B5EF4-FFF2-40B4-BE49-F238E27FC236}">
                <a16:creationId xmlns:a16="http://schemas.microsoft.com/office/drawing/2014/main" id="{E1581720-85CD-67A1-62D4-05DDB7FEAC0F}"/>
              </a:ext>
            </a:extLst>
          </p:cNvPr>
          <p:cNvGraphicFramePr/>
          <p:nvPr>
            <p:extLst>
              <p:ext uri="{D42A27DB-BD31-4B8C-83A1-F6EECF244321}">
                <p14:modId xmlns:p14="http://schemas.microsoft.com/office/powerpoint/2010/main" val="426026185"/>
              </p:ext>
            </p:extLst>
          </p:nvPr>
        </p:nvGraphicFramePr>
        <p:xfrm>
          <a:off x="242957" y="1103244"/>
          <a:ext cx="8249477" cy="574481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A19C1-9877-4111-1C08-AF48E11E87BB}"/>
              </a:ext>
            </a:extLst>
          </p:cNvPr>
          <p:cNvSpPr>
            <a:spLocks noGrp="1"/>
          </p:cNvSpPr>
          <p:nvPr>
            <p:ph type="title"/>
          </p:nvPr>
        </p:nvSpPr>
        <p:spPr>
          <a:xfrm>
            <a:off x="899346" y="2887191"/>
            <a:ext cx="8947945" cy="3547534"/>
          </a:xfrm>
        </p:spPr>
        <p:txBody>
          <a:bodyPr>
            <a:normAutofit/>
          </a:bodyPr>
          <a:lstStyle/>
          <a:p>
            <a:r>
              <a:rPr lang="en-US" sz="6600" dirty="0">
                <a:solidFill>
                  <a:srgbClr val="7D3520"/>
                </a:solidFill>
              </a:rPr>
              <a:t>Any Questions?</a:t>
            </a:r>
          </a:p>
        </p:txBody>
      </p:sp>
      <p:sp>
        <p:nvSpPr>
          <p:cNvPr id="3" name="Date Placeholder 2">
            <a:extLst>
              <a:ext uri="{FF2B5EF4-FFF2-40B4-BE49-F238E27FC236}">
                <a16:creationId xmlns:a16="http://schemas.microsoft.com/office/drawing/2014/main" id="{F59F78B0-B89E-9253-C074-1780B2DD69F2}"/>
              </a:ext>
            </a:extLst>
          </p:cNvPr>
          <p:cNvSpPr>
            <a:spLocks noGrp="1"/>
          </p:cNvSpPr>
          <p:nvPr>
            <p:ph type="dt" sz="half" idx="10"/>
          </p:nvPr>
        </p:nvSpPr>
        <p:spPr/>
        <p:txBody>
          <a:bodyPr/>
          <a:lstStyle/>
          <a:p>
            <a:fld id="{CC159A69-D0B4-4BEE-99F4-E73BD16A5876}" type="datetime1">
              <a:t>7/2/2025</a:t>
            </a:fld>
            <a:endParaRPr lang="en-US" dirty="0"/>
          </a:p>
        </p:txBody>
      </p:sp>
      <p:sp>
        <p:nvSpPr>
          <p:cNvPr id="4" name="Footer Placeholder 3">
            <a:extLst>
              <a:ext uri="{FF2B5EF4-FFF2-40B4-BE49-F238E27FC236}">
                <a16:creationId xmlns:a16="http://schemas.microsoft.com/office/drawing/2014/main" id="{EA7D5100-A1BD-5F69-D62D-CD1476F555AA}"/>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8D34E278-B1B0-259E-76F0-A72DB395551B}"/>
              </a:ext>
            </a:extLst>
          </p:cNvPr>
          <p:cNvSpPr>
            <a:spLocks noGrp="1"/>
          </p:cNvSpPr>
          <p:nvPr>
            <p:ph type="sldNum" sz="quarter" idx="12"/>
          </p:nvPr>
        </p:nvSpPr>
        <p:spPr/>
        <p:txBody>
          <a:bodyPr/>
          <a:lstStyle/>
          <a:p>
            <a:fld id="{6E91CC32-6A6B-4E2E-BBA1-6864F305DA26}" type="slidenum">
              <a:rPr lang="en-US" dirty="0"/>
              <a:t>27</a:t>
            </a:fld>
            <a:endParaRPr lang="en-US" dirty="0"/>
          </a:p>
        </p:txBody>
      </p:sp>
    </p:spTree>
    <p:extLst>
      <p:ext uri="{BB962C8B-B14F-4D97-AF65-F5344CB8AC3E}">
        <p14:creationId xmlns:p14="http://schemas.microsoft.com/office/powerpoint/2010/main" val="1865410242"/>
      </p:ext>
    </p:extLst>
  </p:cSld>
  <p:clrMapOvr>
    <a:masterClrMapping/>
  </p:clrMapOvr>
  <mc:AlternateContent xmlns:mc="http://schemas.openxmlformats.org/markup-compatibility/2006">
    <mc:Choice xmlns:p15="http://schemas.microsoft.com/office/powerpoint/2012/main" Requires="p15">
      <p:transition spd="med">
        <p15:prstTrans prst="drape"/>
      </p:transition>
    </mc:Choice>
    <mc:Fallback>
      <p:transition spd="med">
        <p:fade/>
      </p:transition>
    </mc:Fallback>
  </mc:AlternateContent>
</p:sld>
</file>

<file path=ppt/theme/theme1.xml><?xml version="1.0" encoding="utf-8"?>
<a:theme xmlns:a="http://schemas.openxmlformats.org/drawingml/2006/main" name="DylanVTI">
  <a:themeElements>
    <a:clrScheme name="DylanVTI">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DylanVTI">
      <a:majorFont>
        <a:latin typeface="Neue Haas Grotesk Text Pro"/>
        <a:ea typeface=""/>
        <a:cs typeface=""/>
      </a:majorFont>
      <a:minorFont>
        <a:latin typeface="Neue Haas Grotesk Text Pro"/>
        <a:ea typeface=""/>
        <a:cs typeface=""/>
      </a:minorFont>
    </a:fontScheme>
    <a:fmtScheme name="Dylan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CD0E21EA-FD0B-4FCD-9D95-B274E3CB7535}" vid="{F2F2D961-94DA-46D9-ABD7-77D6D5FB2C2D}"/>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DylanVTI</vt:lpstr>
      <vt:lpstr>A Girl In A River : The Price Of Forgiveness</vt:lpstr>
      <vt:lpstr>Presented by</vt:lpstr>
      <vt:lpstr>Brief Introduction</vt:lpstr>
      <vt:lpstr>What happens when seeking justice means defying your own Blood?</vt:lpstr>
      <vt:lpstr>PowerPoint Presentation</vt:lpstr>
      <vt:lpstr>Objectives</vt:lpstr>
      <vt:lpstr>Reason For Selection </vt:lpstr>
      <vt:lpstr> Honor Killings</vt:lpstr>
      <vt:lpstr>Women’s Rights</vt:lpstr>
      <vt:lpstr>Forgiveness Laws</vt:lpstr>
      <vt:lpstr>Main Message </vt:lpstr>
      <vt:lpstr>PowerPoint Presentation</vt:lpstr>
      <vt:lpstr>About the Director</vt:lpstr>
      <vt:lpstr>Her Filmmaking Style</vt:lpstr>
      <vt:lpstr>Reference to  Documentaries</vt:lpstr>
      <vt:lpstr>Global Awareness</vt:lpstr>
      <vt:lpstr>Summary of the Documentary </vt:lpstr>
      <vt:lpstr>PowerPoint Presentation</vt:lpstr>
      <vt:lpstr>Legal Loophole</vt:lpstr>
      <vt:lpstr>Real World Echoes</vt:lpstr>
      <vt:lpstr>Broader Statistics</vt:lpstr>
      <vt:lpstr>   Strengths           and  Weaknesses</vt:lpstr>
      <vt:lpstr>Strengths </vt:lpstr>
      <vt:lpstr>Weaknesses</vt:lpstr>
      <vt:lpstr>Political Impact</vt:lpstr>
      <vt:lpstr>Final Reflection</vt:lpstr>
      <vt:lpstr>Any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859</cp:revision>
  <dcterms:created xsi:type="dcterms:W3CDTF">2013-01-27T09:14:16Z</dcterms:created>
  <dcterms:modified xsi:type="dcterms:W3CDTF">2025-07-02T21:26:43Z</dcterms:modified>
  <cp:category/>
</cp:coreProperties>
</file>